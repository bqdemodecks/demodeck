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256" r:id="rId5"/>
    <p:sldId id="274" r:id="rId6"/>
    <p:sldId id="275" r:id="rId7"/>
    <p:sldId id="276" r:id="rId8"/>
    <p:sldId id="262" r:id="rId9"/>
    <p:sldId id="263" r:id="rId10"/>
    <p:sldId id="264" r:id="rId11"/>
    <p:sldId id="431" r:id="rId12"/>
    <p:sldId id="432" r:id="rId13"/>
    <p:sldId id="433" r:id="rId14"/>
    <p:sldId id="434" r:id="rId15"/>
    <p:sldId id="435" r:id="rId16"/>
    <p:sldId id="436" r:id="rId17"/>
    <p:sldId id="437" r:id="rId18"/>
    <p:sldId id="438" r:id="rId19"/>
    <p:sldId id="266" r:id="rId20"/>
    <p:sldId id="280" r:id="rId21"/>
    <p:sldId id="281" r:id="rId22"/>
    <p:sldId id="282" r:id="rId23"/>
    <p:sldId id="277" r:id="rId24"/>
    <p:sldId id="279" r:id="rId25"/>
    <p:sldId id="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B000"/>
    <a:srgbClr val="007AB6"/>
    <a:srgbClr val="011E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AB7CE3-D03B-4515-8BD4-94262DB1F716}" v="260" dt="2025-08-26T11:10:25.989"/>
    <p1510:client id="{C156FDC7-0EC0-B0BC-EE89-03AE2FA45054}" v="3" dt="2025-08-26T10:52:49.9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rabona, James" userId="S::james.orabona@b-and-q.co.uk::8d36cf20-29fe-430c-9c03-a9c68f05b1bc" providerId="AD" clId="Web-{C156FDC7-0EC0-B0BC-EE89-03AE2FA45054}"/>
    <pc:docChg chg="modSld">
      <pc:chgData name="Orabona, James" userId="S::james.orabona@b-and-q.co.uk::8d36cf20-29fe-430c-9c03-a9c68f05b1bc" providerId="AD" clId="Web-{C156FDC7-0EC0-B0BC-EE89-03AE2FA45054}" dt="2025-08-26T10:52:49.979" v="2"/>
      <pc:docMkLst>
        <pc:docMk/>
      </pc:docMkLst>
      <pc:sldChg chg="addAnim delAnim modAnim">
        <pc:chgData name="Orabona, James" userId="S::james.orabona@b-and-q.co.uk::8d36cf20-29fe-430c-9c03-a9c68f05b1bc" providerId="AD" clId="Web-{C156FDC7-0EC0-B0BC-EE89-03AE2FA45054}" dt="2025-08-26T10:52:49.979" v="2"/>
        <pc:sldMkLst>
          <pc:docMk/>
          <pc:sldMk cId="2619639207" sldId="256"/>
        </pc:sldMkLst>
      </pc:sldChg>
    </pc:docChg>
  </pc:docChgLst>
  <pc:docChgLst>
    <pc:chgData name="Orabona, James" userId="8d36cf20-29fe-430c-9c03-a9c68f05b1bc" providerId="ADAL" clId="{6CAB7CE3-D03B-4515-8BD4-94262DB1F716}"/>
    <pc:docChg chg="modSld">
      <pc:chgData name="Orabona, James" userId="8d36cf20-29fe-430c-9c03-a9c68f05b1bc" providerId="ADAL" clId="{6CAB7CE3-D03B-4515-8BD4-94262DB1F716}" dt="2025-08-26T11:10:25.989" v="259"/>
      <pc:docMkLst>
        <pc:docMk/>
      </pc:docMkLst>
      <pc:sldChg chg="modTransition">
        <pc:chgData name="Orabona, James" userId="8d36cf20-29fe-430c-9c03-a9c68f05b1bc" providerId="ADAL" clId="{6CAB7CE3-D03B-4515-8BD4-94262DB1F716}" dt="2025-08-26T11:00:16.124" v="10"/>
        <pc:sldMkLst>
          <pc:docMk/>
          <pc:sldMk cId="2619639207" sldId="256"/>
        </pc:sldMkLst>
      </pc:sldChg>
      <pc:sldChg chg="modTransition">
        <pc:chgData name="Orabona, James" userId="8d36cf20-29fe-430c-9c03-a9c68f05b1bc" providerId="ADAL" clId="{6CAB7CE3-D03B-4515-8BD4-94262DB1F716}" dt="2025-08-26T11:01:28.996" v="66"/>
        <pc:sldMkLst>
          <pc:docMk/>
          <pc:sldMk cId="494521409" sldId="262"/>
        </pc:sldMkLst>
      </pc:sldChg>
      <pc:sldChg chg="modTransition">
        <pc:chgData name="Orabona, James" userId="8d36cf20-29fe-430c-9c03-a9c68f05b1bc" providerId="ADAL" clId="{6CAB7CE3-D03B-4515-8BD4-94262DB1F716}" dt="2025-08-26T11:01:34.029" v="68"/>
        <pc:sldMkLst>
          <pc:docMk/>
          <pc:sldMk cId="1203068024" sldId="263"/>
        </pc:sldMkLst>
      </pc:sldChg>
      <pc:sldChg chg="modTransition">
        <pc:chgData name="Orabona, James" userId="8d36cf20-29fe-430c-9c03-a9c68f05b1bc" providerId="ADAL" clId="{6CAB7CE3-D03B-4515-8BD4-94262DB1F716}" dt="2025-08-26T11:01:40.526" v="80"/>
        <pc:sldMkLst>
          <pc:docMk/>
          <pc:sldMk cId="1934443595" sldId="264"/>
        </pc:sldMkLst>
      </pc:sldChg>
      <pc:sldChg chg="modTransition">
        <pc:chgData name="Orabona, James" userId="8d36cf20-29fe-430c-9c03-a9c68f05b1bc" providerId="ADAL" clId="{6CAB7CE3-D03B-4515-8BD4-94262DB1F716}" dt="2025-08-26T11:02:54.329" v="187"/>
        <pc:sldMkLst>
          <pc:docMk/>
          <pc:sldMk cId="4042385819" sldId="266"/>
        </pc:sldMkLst>
      </pc:sldChg>
      <pc:sldChg chg="modTransition">
        <pc:chgData name="Orabona, James" userId="8d36cf20-29fe-430c-9c03-a9c68f05b1bc" providerId="ADAL" clId="{6CAB7CE3-D03B-4515-8BD4-94262DB1F716}" dt="2025-08-26T11:10:25.989" v="259"/>
        <pc:sldMkLst>
          <pc:docMk/>
          <pc:sldMk cId="1769893691" sldId="273"/>
        </pc:sldMkLst>
      </pc:sldChg>
      <pc:sldChg chg="modTransition">
        <pc:chgData name="Orabona, James" userId="8d36cf20-29fe-430c-9c03-a9c68f05b1bc" providerId="ADAL" clId="{6CAB7CE3-D03B-4515-8BD4-94262DB1F716}" dt="2025-08-26T11:00:58.265" v="21"/>
        <pc:sldMkLst>
          <pc:docMk/>
          <pc:sldMk cId="3126477810" sldId="274"/>
        </pc:sldMkLst>
      </pc:sldChg>
      <pc:sldChg chg="modTransition">
        <pc:chgData name="Orabona, James" userId="8d36cf20-29fe-430c-9c03-a9c68f05b1bc" providerId="ADAL" clId="{6CAB7CE3-D03B-4515-8BD4-94262DB1F716}" dt="2025-08-26T11:01:04.984" v="32"/>
        <pc:sldMkLst>
          <pc:docMk/>
          <pc:sldMk cId="1394854364" sldId="275"/>
        </pc:sldMkLst>
      </pc:sldChg>
      <pc:sldChg chg="modTransition">
        <pc:chgData name="Orabona, James" userId="8d36cf20-29fe-430c-9c03-a9c68f05b1bc" providerId="ADAL" clId="{6CAB7CE3-D03B-4515-8BD4-94262DB1F716}" dt="2025-08-26T11:01:11.487" v="43"/>
        <pc:sldMkLst>
          <pc:docMk/>
          <pc:sldMk cId="263543108" sldId="276"/>
        </pc:sldMkLst>
      </pc:sldChg>
      <pc:sldChg chg="modTransition">
        <pc:chgData name="Orabona, James" userId="8d36cf20-29fe-430c-9c03-a9c68f05b1bc" providerId="ADAL" clId="{6CAB7CE3-D03B-4515-8BD4-94262DB1F716}" dt="2025-08-26T11:10:09.177" v="235"/>
        <pc:sldMkLst>
          <pc:docMk/>
          <pc:sldMk cId="3242508506" sldId="277"/>
        </pc:sldMkLst>
      </pc:sldChg>
      <pc:sldChg chg="modTransition">
        <pc:chgData name="Orabona, James" userId="8d36cf20-29fe-430c-9c03-a9c68f05b1bc" providerId="ADAL" clId="{6CAB7CE3-D03B-4515-8BD4-94262DB1F716}" dt="2025-08-26T11:10:18.640" v="247"/>
        <pc:sldMkLst>
          <pc:docMk/>
          <pc:sldMk cId="1546093358" sldId="279"/>
        </pc:sldMkLst>
      </pc:sldChg>
      <pc:sldChg chg="modTransition">
        <pc:chgData name="Orabona, James" userId="8d36cf20-29fe-430c-9c03-a9c68f05b1bc" providerId="ADAL" clId="{6CAB7CE3-D03B-4515-8BD4-94262DB1F716}" dt="2025-08-26T11:03:03.231" v="199"/>
        <pc:sldMkLst>
          <pc:docMk/>
          <pc:sldMk cId="2221261896" sldId="280"/>
        </pc:sldMkLst>
      </pc:sldChg>
      <pc:sldChg chg="modTransition">
        <pc:chgData name="Orabona, James" userId="8d36cf20-29fe-430c-9c03-a9c68f05b1bc" providerId="ADAL" clId="{6CAB7CE3-D03B-4515-8BD4-94262DB1F716}" dt="2025-08-26T11:09:55.177" v="211"/>
        <pc:sldMkLst>
          <pc:docMk/>
          <pc:sldMk cId="3917077463" sldId="281"/>
        </pc:sldMkLst>
      </pc:sldChg>
      <pc:sldChg chg="modTransition">
        <pc:chgData name="Orabona, James" userId="8d36cf20-29fe-430c-9c03-a9c68f05b1bc" providerId="ADAL" clId="{6CAB7CE3-D03B-4515-8BD4-94262DB1F716}" dt="2025-08-26T11:10:02.083" v="223"/>
        <pc:sldMkLst>
          <pc:docMk/>
          <pc:sldMk cId="2286431281" sldId="282"/>
        </pc:sldMkLst>
      </pc:sldChg>
      <pc:sldChg chg="modTransition">
        <pc:chgData name="Orabona, James" userId="8d36cf20-29fe-430c-9c03-a9c68f05b1bc" providerId="ADAL" clId="{6CAB7CE3-D03B-4515-8BD4-94262DB1F716}" dt="2025-08-26T11:01:48.645" v="92"/>
        <pc:sldMkLst>
          <pc:docMk/>
          <pc:sldMk cId="2896702546" sldId="431"/>
        </pc:sldMkLst>
      </pc:sldChg>
      <pc:sldChg chg="modTransition">
        <pc:chgData name="Orabona, James" userId="8d36cf20-29fe-430c-9c03-a9c68f05b1bc" providerId="ADAL" clId="{6CAB7CE3-D03B-4515-8BD4-94262DB1F716}" dt="2025-08-26T11:01:55.576" v="104"/>
        <pc:sldMkLst>
          <pc:docMk/>
          <pc:sldMk cId="566515870" sldId="432"/>
        </pc:sldMkLst>
      </pc:sldChg>
      <pc:sldChg chg="modTransition">
        <pc:chgData name="Orabona, James" userId="8d36cf20-29fe-430c-9c03-a9c68f05b1bc" providerId="ADAL" clId="{6CAB7CE3-D03B-4515-8BD4-94262DB1F716}" dt="2025-08-26T11:02:04.214" v="116"/>
        <pc:sldMkLst>
          <pc:docMk/>
          <pc:sldMk cId="3098685982" sldId="433"/>
        </pc:sldMkLst>
      </pc:sldChg>
      <pc:sldChg chg="modTransition">
        <pc:chgData name="Orabona, James" userId="8d36cf20-29fe-430c-9c03-a9c68f05b1bc" providerId="ADAL" clId="{6CAB7CE3-D03B-4515-8BD4-94262DB1F716}" dt="2025-08-26T11:02:14.472" v="128"/>
        <pc:sldMkLst>
          <pc:docMk/>
          <pc:sldMk cId="67038204" sldId="434"/>
        </pc:sldMkLst>
      </pc:sldChg>
      <pc:sldChg chg="modTransition">
        <pc:chgData name="Orabona, James" userId="8d36cf20-29fe-430c-9c03-a9c68f05b1bc" providerId="ADAL" clId="{6CAB7CE3-D03B-4515-8BD4-94262DB1F716}" dt="2025-08-26T11:02:22.719" v="140"/>
        <pc:sldMkLst>
          <pc:docMk/>
          <pc:sldMk cId="3580168884" sldId="435"/>
        </pc:sldMkLst>
      </pc:sldChg>
      <pc:sldChg chg="modTransition">
        <pc:chgData name="Orabona, James" userId="8d36cf20-29fe-430c-9c03-a9c68f05b1bc" providerId="ADAL" clId="{6CAB7CE3-D03B-4515-8BD4-94262DB1F716}" dt="2025-08-26T11:02:30.664" v="152"/>
        <pc:sldMkLst>
          <pc:docMk/>
          <pc:sldMk cId="1704945078" sldId="436"/>
        </pc:sldMkLst>
      </pc:sldChg>
      <pc:sldChg chg="modTransition">
        <pc:chgData name="Orabona, James" userId="8d36cf20-29fe-430c-9c03-a9c68f05b1bc" providerId="ADAL" clId="{6CAB7CE3-D03B-4515-8BD4-94262DB1F716}" dt="2025-08-26T11:02:38.089" v="164"/>
        <pc:sldMkLst>
          <pc:docMk/>
          <pc:sldMk cId="64798258" sldId="437"/>
        </pc:sldMkLst>
      </pc:sldChg>
      <pc:sldChg chg="modTransition">
        <pc:chgData name="Orabona, James" userId="8d36cf20-29fe-430c-9c03-a9c68f05b1bc" providerId="ADAL" clId="{6CAB7CE3-D03B-4515-8BD4-94262DB1F716}" dt="2025-08-26T11:02:44.775" v="175"/>
        <pc:sldMkLst>
          <pc:docMk/>
          <pc:sldMk cId="818022230" sldId="438"/>
        </pc:sldMkLst>
      </pc:sldChg>
    </pc:docChg>
  </pc:docChgLst>
  <pc:docChgLst>
    <pc:chgData name="Orabona, James" userId="S::james.orabona@b-and-q.co.uk::8d36cf20-29fe-430c-9c03-a9c68f05b1bc" providerId="AD" clId="Web-{B5C0F6C1-9D4F-BD4C-529F-22315BAB5AD5}"/>
    <pc:docChg chg="addSld delSld modSld">
      <pc:chgData name="Orabona, James" userId="S::james.orabona@b-and-q.co.uk::8d36cf20-29fe-430c-9c03-a9c68f05b1bc" providerId="AD" clId="Web-{B5C0F6C1-9D4F-BD4C-529F-22315BAB5AD5}" dt="2025-08-14T08:19:38.363" v="217" actId="1076"/>
      <pc:docMkLst>
        <pc:docMk/>
      </pc:docMkLst>
      <pc:sldChg chg="addSp delSp modSp delAnim">
        <pc:chgData name="Orabona, James" userId="S::james.orabona@b-and-q.co.uk::8d36cf20-29fe-430c-9c03-a9c68f05b1bc" providerId="AD" clId="Web-{B5C0F6C1-9D4F-BD4C-529F-22315BAB5AD5}" dt="2025-08-14T08:19:38.363" v="217" actId="1076"/>
        <pc:sldMkLst>
          <pc:docMk/>
          <pc:sldMk cId="1203068024" sldId="263"/>
        </pc:sldMkLst>
        <pc:picChg chg="add mod">
          <ac:chgData name="Orabona, James" userId="S::james.orabona@b-and-q.co.uk::8d36cf20-29fe-430c-9c03-a9c68f05b1bc" providerId="AD" clId="Web-{B5C0F6C1-9D4F-BD4C-529F-22315BAB5AD5}" dt="2025-08-14T08:19:38.363" v="217" actId="1076"/>
          <ac:picMkLst>
            <pc:docMk/>
            <pc:sldMk cId="1203068024" sldId="263"/>
            <ac:picMk id="2" creationId="{12B09E60-E95A-1389-7587-1F2F047F9A8F}"/>
          </ac:picMkLst>
        </pc:picChg>
      </pc:sldChg>
      <pc:sldChg chg="addSp delSp modSp add del">
        <pc:chgData name="Orabona, James" userId="S::james.orabona@b-and-q.co.uk::8d36cf20-29fe-430c-9c03-a9c68f05b1bc" providerId="AD" clId="Web-{B5C0F6C1-9D4F-BD4C-529F-22315BAB5AD5}" dt="2025-08-14T07:29:20.224" v="60"/>
        <pc:sldMkLst>
          <pc:docMk/>
          <pc:sldMk cId="2685090071" sldId="423"/>
        </pc:sldMkLst>
      </pc:sldChg>
      <pc:sldChg chg="add del">
        <pc:chgData name="Orabona, James" userId="S::james.orabona@b-and-q.co.uk::8d36cf20-29fe-430c-9c03-a9c68f05b1bc" providerId="AD" clId="Web-{B5C0F6C1-9D4F-BD4C-529F-22315BAB5AD5}" dt="2025-08-14T07:36:56.945" v="170"/>
        <pc:sldMkLst>
          <pc:docMk/>
          <pc:sldMk cId="3591612095" sldId="424"/>
        </pc:sldMkLst>
      </pc:sldChg>
      <pc:sldChg chg="add del">
        <pc:chgData name="Orabona, James" userId="S::james.orabona@b-and-q.co.uk::8d36cf20-29fe-430c-9c03-a9c68f05b1bc" providerId="AD" clId="Web-{B5C0F6C1-9D4F-BD4C-529F-22315BAB5AD5}" dt="2025-08-14T07:36:58.336" v="171"/>
        <pc:sldMkLst>
          <pc:docMk/>
          <pc:sldMk cId="2944307150" sldId="425"/>
        </pc:sldMkLst>
      </pc:sldChg>
      <pc:sldChg chg="add del">
        <pc:chgData name="Orabona, James" userId="S::james.orabona@b-and-q.co.uk::8d36cf20-29fe-430c-9c03-a9c68f05b1bc" providerId="AD" clId="Web-{B5C0F6C1-9D4F-BD4C-529F-22315BAB5AD5}" dt="2025-08-14T07:36:59.820" v="172"/>
        <pc:sldMkLst>
          <pc:docMk/>
          <pc:sldMk cId="3293133123" sldId="426"/>
        </pc:sldMkLst>
      </pc:sldChg>
      <pc:sldChg chg="add del">
        <pc:chgData name="Orabona, James" userId="S::james.orabona@b-and-q.co.uk::8d36cf20-29fe-430c-9c03-a9c68f05b1bc" providerId="AD" clId="Web-{B5C0F6C1-9D4F-BD4C-529F-22315BAB5AD5}" dt="2025-08-14T07:37:00.492" v="173"/>
        <pc:sldMkLst>
          <pc:docMk/>
          <pc:sldMk cId="2776348914" sldId="427"/>
        </pc:sldMkLst>
      </pc:sldChg>
      <pc:sldChg chg="add del">
        <pc:chgData name="Orabona, James" userId="S::james.orabona@b-and-q.co.uk::8d36cf20-29fe-430c-9c03-a9c68f05b1bc" providerId="AD" clId="Web-{B5C0F6C1-9D4F-BD4C-529F-22315BAB5AD5}" dt="2025-08-14T07:37:02.132" v="174"/>
        <pc:sldMkLst>
          <pc:docMk/>
          <pc:sldMk cId="4225852286" sldId="428"/>
        </pc:sldMkLst>
      </pc:sldChg>
      <pc:sldChg chg="add del">
        <pc:chgData name="Orabona, James" userId="S::james.orabona@b-and-q.co.uk::8d36cf20-29fe-430c-9c03-a9c68f05b1bc" providerId="AD" clId="Web-{B5C0F6C1-9D4F-BD4C-529F-22315BAB5AD5}" dt="2025-08-14T07:37:02.711" v="175"/>
        <pc:sldMkLst>
          <pc:docMk/>
          <pc:sldMk cId="909970909" sldId="429"/>
        </pc:sldMkLst>
      </pc:sldChg>
      <pc:sldChg chg="add del">
        <pc:chgData name="Orabona, James" userId="S::james.orabona@b-and-q.co.uk::8d36cf20-29fe-430c-9c03-a9c68f05b1bc" providerId="AD" clId="Web-{B5C0F6C1-9D4F-BD4C-529F-22315BAB5AD5}" dt="2025-08-14T07:37:04.429" v="176"/>
        <pc:sldMkLst>
          <pc:docMk/>
          <pc:sldMk cId="217300258" sldId="430"/>
        </pc:sldMkLst>
      </pc:sldChg>
      <pc:sldChg chg="addSp delSp modSp add replId">
        <pc:chgData name="Orabona, James" userId="S::james.orabona@b-and-q.co.uk::8d36cf20-29fe-430c-9c03-a9c68f05b1bc" providerId="AD" clId="Web-{B5C0F6C1-9D4F-BD4C-529F-22315BAB5AD5}" dt="2025-08-14T07:29:05.896" v="59" actId="20577"/>
        <pc:sldMkLst>
          <pc:docMk/>
          <pc:sldMk cId="2896702546" sldId="431"/>
        </pc:sldMkLst>
        <pc:spChg chg="mod">
          <ac:chgData name="Orabona, James" userId="S::james.orabona@b-and-q.co.uk::8d36cf20-29fe-430c-9c03-a9c68f05b1bc" providerId="AD" clId="Web-{B5C0F6C1-9D4F-BD4C-529F-22315BAB5AD5}" dt="2025-08-14T07:28:32.708" v="55" actId="20577"/>
          <ac:spMkLst>
            <pc:docMk/>
            <pc:sldMk cId="2896702546" sldId="431"/>
            <ac:spMk id="32" creationId="{9816A1C4-7809-AFF0-5A9D-3B17725DF0D9}"/>
          </ac:spMkLst>
        </pc:spChg>
        <pc:spChg chg="add mod">
          <ac:chgData name="Orabona, James" userId="S::james.orabona@b-and-q.co.uk::8d36cf20-29fe-430c-9c03-a9c68f05b1bc" providerId="AD" clId="Web-{B5C0F6C1-9D4F-BD4C-529F-22315BAB5AD5}" dt="2025-08-14T07:29:05.896" v="59" actId="20577"/>
          <ac:spMkLst>
            <pc:docMk/>
            <pc:sldMk cId="2896702546" sldId="431"/>
            <ac:spMk id="33" creationId="{3B462AB4-5D4E-4209-8C8F-DBD8C505327C}"/>
          </ac:spMkLst>
        </pc:spChg>
        <pc:picChg chg="add mod">
          <ac:chgData name="Orabona, James" userId="S::james.orabona@b-and-q.co.uk::8d36cf20-29fe-430c-9c03-a9c68f05b1bc" providerId="AD" clId="Web-{B5C0F6C1-9D4F-BD4C-529F-22315BAB5AD5}" dt="2025-08-14T07:28:19.614" v="41" actId="1076"/>
          <ac:picMkLst>
            <pc:docMk/>
            <pc:sldMk cId="2896702546" sldId="431"/>
            <ac:picMk id="2" creationId="{F938DFF9-A0EB-E24F-E591-A26BF2BFC559}"/>
          </ac:picMkLst>
        </pc:picChg>
      </pc:sldChg>
      <pc:sldChg chg="addSp delSp modSp add replId">
        <pc:chgData name="Orabona, James" userId="S::james.orabona@b-and-q.co.uk::8d36cf20-29fe-430c-9c03-a9c68f05b1bc" providerId="AD" clId="Web-{B5C0F6C1-9D4F-BD4C-529F-22315BAB5AD5}" dt="2025-08-14T07:38:15.945" v="189" actId="20577"/>
        <pc:sldMkLst>
          <pc:docMk/>
          <pc:sldMk cId="566515870" sldId="432"/>
        </pc:sldMkLst>
        <pc:spChg chg="mod">
          <ac:chgData name="Orabona, James" userId="S::james.orabona@b-and-q.co.uk::8d36cf20-29fe-430c-9c03-a9c68f05b1bc" providerId="AD" clId="Web-{B5C0F6C1-9D4F-BD4C-529F-22315BAB5AD5}" dt="2025-08-14T07:29:49.911" v="65" actId="20577"/>
          <ac:spMkLst>
            <pc:docMk/>
            <pc:sldMk cId="566515870" sldId="432"/>
            <ac:spMk id="32" creationId="{02075971-6A38-912C-6D89-AE41717A70B8}"/>
          </ac:spMkLst>
        </pc:spChg>
        <pc:spChg chg="mod">
          <ac:chgData name="Orabona, James" userId="S::james.orabona@b-and-q.co.uk::8d36cf20-29fe-430c-9c03-a9c68f05b1bc" providerId="AD" clId="Web-{B5C0F6C1-9D4F-BD4C-529F-22315BAB5AD5}" dt="2025-08-14T07:38:15.945" v="189" actId="20577"/>
          <ac:spMkLst>
            <pc:docMk/>
            <pc:sldMk cId="566515870" sldId="432"/>
            <ac:spMk id="33" creationId="{9AEC382B-8A62-B3DD-31EB-8801E8BA8912}"/>
          </ac:spMkLst>
        </pc:spChg>
        <pc:picChg chg="add mod">
          <ac:chgData name="Orabona, James" userId="S::james.orabona@b-and-q.co.uk::8d36cf20-29fe-430c-9c03-a9c68f05b1bc" providerId="AD" clId="Web-{B5C0F6C1-9D4F-BD4C-529F-22315BAB5AD5}" dt="2025-08-14T07:29:42.661" v="64" actId="1076"/>
          <ac:picMkLst>
            <pc:docMk/>
            <pc:sldMk cId="566515870" sldId="432"/>
            <ac:picMk id="3" creationId="{554A3FE2-89E9-1CD5-E5D4-30917797C72E}"/>
          </ac:picMkLst>
        </pc:picChg>
      </pc:sldChg>
      <pc:sldChg chg="addSp delSp modSp add replId">
        <pc:chgData name="Orabona, James" userId="S::james.orabona@b-and-q.co.uk::8d36cf20-29fe-430c-9c03-a9c68f05b1bc" providerId="AD" clId="Web-{B5C0F6C1-9D4F-BD4C-529F-22315BAB5AD5}" dt="2025-08-14T07:38:48.398" v="195" actId="20577"/>
        <pc:sldMkLst>
          <pc:docMk/>
          <pc:sldMk cId="3098685982" sldId="433"/>
        </pc:sldMkLst>
        <pc:spChg chg="mod">
          <ac:chgData name="Orabona, James" userId="S::james.orabona@b-and-q.co.uk::8d36cf20-29fe-430c-9c03-a9c68f05b1bc" providerId="AD" clId="Web-{B5C0F6C1-9D4F-BD4C-529F-22315BAB5AD5}" dt="2025-08-14T07:30:28.021" v="72" actId="20577"/>
          <ac:spMkLst>
            <pc:docMk/>
            <pc:sldMk cId="3098685982" sldId="433"/>
            <ac:spMk id="32" creationId="{DB57ED87-D0CE-78BB-3AA2-6F8C4F2596E5}"/>
          </ac:spMkLst>
        </pc:spChg>
        <pc:spChg chg="mod">
          <ac:chgData name="Orabona, James" userId="S::james.orabona@b-and-q.co.uk::8d36cf20-29fe-430c-9c03-a9c68f05b1bc" providerId="AD" clId="Web-{B5C0F6C1-9D4F-BD4C-529F-22315BAB5AD5}" dt="2025-08-14T07:38:48.398" v="195" actId="20577"/>
          <ac:spMkLst>
            <pc:docMk/>
            <pc:sldMk cId="3098685982" sldId="433"/>
            <ac:spMk id="33" creationId="{E40FD186-BA46-6EA5-8B12-EE3D118788BA}"/>
          </ac:spMkLst>
        </pc:spChg>
        <pc:picChg chg="add mod">
          <ac:chgData name="Orabona, James" userId="S::james.orabona@b-and-q.co.uk::8d36cf20-29fe-430c-9c03-a9c68f05b1bc" providerId="AD" clId="Web-{B5C0F6C1-9D4F-BD4C-529F-22315BAB5AD5}" dt="2025-08-14T07:30:21.255" v="71" actId="1076"/>
          <ac:picMkLst>
            <pc:docMk/>
            <pc:sldMk cId="3098685982" sldId="433"/>
            <ac:picMk id="2" creationId="{39E945B4-A5EE-A759-6E56-F35B8DE77BF9}"/>
          </ac:picMkLst>
        </pc:picChg>
      </pc:sldChg>
      <pc:sldChg chg="addSp delSp modSp add replId">
        <pc:chgData name="Orabona, James" userId="S::james.orabona@b-and-q.co.uk::8d36cf20-29fe-430c-9c03-a9c68f05b1bc" providerId="AD" clId="Web-{B5C0F6C1-9D4F-BD4C-529F-22315BAB5AD5}" dt="2025-08-14T07:31:49.443" v="88" actId="20577"/>
        <pc:sldMkLst>
          <pc:docMk/>
          <pc:sldMk cId="67038204" sldId="434"/>
        </pc:sldMkLst>
        <pc:spChg chg="add mod">
          <ac:chgData name="Orabona, James" userId="S::james.orabona@b-and-q.co.uk::8d36cf20-29fe-430c-9c03-a9c68f05b1bc" providerId="AD" clId="Web-{B5C0F6C1-9D4F-BD4C-529F-22315BAB5AD5}" dt="2025-08-14T07:31:49.443" v="88" actId="20577"/>
          <ac:spMkLst>
            <pc:docMk/>
            <pc:sldMk cId="67038204" sldId="434"/>
            <ac:spMk id="4" creationId="{DAE27FDD-5BE6-41B4-83D6-04CDE3349186}"/>
          </ac:spMkLst>
        </pc:spChg>
        <pc:spChg chg="mod">
          <ac:chgData name="Orabona, James" userId="S::james.orabona@b-and-q.co.uk::8d36cf20-29fe-430c-9c03-a9c68f05b1bc" providerId="AD" clId="Web-{B5C0F6C1-9D4F-BD4C-529F-22315BAB5AD5}" dt="2025-08-14T07:31:17.990" v="84" actId="20577"/>
          <ac:spMkLst>
            <pc:docMk/>
            <pc:sldMk cId="67038204" sldId="434"/>
            <ac:spMk id="32" creationId="{5EF50800-FAD9-D9C6-3FFC-4EECC0241608}"/>
          </ac:spMkLst>
        </pc:spChg>
        <pc:spChg chg="mod">
          <ac:chgData name="Orabona, James" userId="S::james.orabona@b-and-q.co.uk::8d36cf20-29fe-430c-9c03-a9c68f05b1bc" providerId="AD" clId="Web-{B5C0F6C1-9D4F-BD4C-529F-22315BAB5AD5}" dt="2025-08-14T07:31:28.131" v="85" actId="20577"/>
          <ac:spMkLst>
            <pc:docMk/>
            <pc:sldMk cId="67038204" sldId="434"/>
            <ac:spMk id="33" creationId="{749DCAEE-6651-B6E1-0D6B-940BECFF8A18}"/>
          </ac:spMkLst>
        </pc:spChg>
        <pc:picChg chg="add mod">
          <ac:chgData name="Orabona, James" userId="S::james.orabona@b-and-q.co.uk::8d36cf20-29fe-430c-9c03-a9c68f05b1bc" providerId="AD" clId="Web-{B5C0F6C1-9D4F-BD4C-529F-22315BAB5AD5}" dt="2025-08-14T07:31:09.959" v="77" actId="1076"/>
          <ac:picMkLst>
            <pc:docMk/>
            <pc:sldMk cId="67038204" sldId="434"/>
            <ac:picMk id="3" creationId="{D254DB5F-2798-1DC3-30C6-4AE081938B16}"/>
          </ac:picMkLst>
        </pc:picChg>
      </pc:sldChg>
      <pc:sldChg chg="addSp delSp modSp add replId">
        <pc:chgData name="Orabona, James" userId="S::james.orabona@b-and-q.co.uk::8d36cf20-29fe-430c-9c03-a9c68f05b1bc" providerId="AD" clId="Web-{B5C0F6C1-9D4F-BD4C-529F-22315BAB5AD5}" dt="2025-08-14T07:39:30.414" v="202" actId="20577"/>
        <pc:sldMkLst>
          <pc:docMk/>
          <pc:sldMk cId="3580168884" sldId="435"/>
        </pc:sldMkLst>
        <pc:spChg chg="mod">
          <ac:chgData name="Orabona, James" userId="S::james.orabona@b-and-q.co.uk::8d36cf20-29fe-430c-9c03-a9c68f05b1bc" providerId="AD" clId="Web-{B5C0F6C1-9D4F-BD4C-529F-22315BAB5AD5}" dt="2025-08-14T07:39:30.414" v="202" actId="20577"/>
          <ac:spMkLst>
            <pc:docMk/>
            <pc:sldMk cId="3580168884" sldId="435"/>
            <ac:spMk id="4" creationId="{5E68AD8B-94A7-7D45-164A-B36419330848}"/>
          </ac:spMkLst>
        </pc:spChg>
        <pc:spChg chg="mod">
          <ac:chgData name="Orabona, James" userId="S::james.orabona@b-and-q.co.uk::8d36cf20-29fe-430c-9c03-a9c68f05b1bc" providerId="AD" clId="Web-{B5C0F6C1-9D4F-BD4C-529F-22315BAB5AD5}" dt="2025-08-14T07:32:32.851" v="109" actId="14100"/>
          <ac:spMkLst>
            <pc:docMk/>
            <pc:sldMk cId="3580168884" sldId="435"/>
            <ac:spMk id="32" creationId="{52947E0C-4EDA-2071-A5D0-7A07A19AEF7A}"/>
          </ac:spMkLst>
        </pc:spChg>
        <pc:picChg chg="add mod">
          <ac:chgData name="Orabona, James" userId="S::james.orabona@b-and-q.co.uk::8d36cf20-29fe-430c-9c03-a9c68f05b1bc" providerId="AD" clId="Web-{B5C0F6C1-9D4F-BD4C-529F-22315BAB5AD5}" dt="2025-08-14T07:32:15.507" v="92" actId="1076"/>
          <ac:picMkLst>
            <pc:docMk/>
            <pc:sldMk cId="3580168884" sldId="435"/>
            <ac:picMk id="2" creationId="{345CA19D-D104-CCEC-B128-2037DA8257CC}"/>
          </ac:picMkLst>
        </pc:picChg>
      </pc:sldChg>
      <pc:sldChg chg="addSp delSp modSp add replId">
        <pc:chgData name="Orabona, James" userId="S::james.orabona@b-and-q.co.uk::8d36cf20-29fe-430c-9c03-a9c68f05b1bc" providerId="AD" clId="Web-{B5C0F6C1-9D4F-BD4C-529F-22315BAB5AD5}" dt="2025-08-14T07:40:02.274" v="208" actId="20577"/>
        <pc:sldMkLst>
          <pc:docMk/>
          <pc:sldMk cId="1704945078" sldId="436"/>
        </pc:sldMkLst>
        <pc:spChg chg="mod">
          <ac:chgData name="Orabona, James" userId="S::james.orabona@b-and-q.co.uk::8d36cf20-29fe-430c-9c03-a9c68f05b1bc" providerId="AD" clId="Web-{B5C0F6C1-9D4F-BD4C-529F-22315BAB5AD5}" dt="2025-08-14T07:40:02.274" v="208" actId="20577"/>
          <ac:spMkLst>
            <pc:docMk/>
            <pc:sldMk cId="1704945078" sldId="436"/>
            <ac:spMk id="4" creationId="{F963F3D9-0206-F5F5-90A1-AF74B7CD4CBE}"/>
          </ac:spMkLst>
        </pc:spChg>
        <pc:spChg chg="mod">
          <ac:chgData name="Orabona, James" userId="S::james.orabona@b-and-q.co.uk::8d36cf20-29fe-430c-9c03-a9c68f05b1bc" providerId="AD" clId="Web-{B5C0F6C1-9D4F-BD4C-529F-22315BAB5AD5}" dt="2025-08-14T07:33:40.476" v="133" actId="20577"/>
          <ac:spMkLst>
            <pc:docMk/>
            <pc:sldMk cId="1704945078" sldId="436"/>
            <ac:spMk id="32" creationId="{D848F8EF-C146-62AE-30B5-E299C4DD191B}"/>
          </ac:spMkLst>
        </pc:spChg>
        <pc:picChg chg="add mod">
          <ac:chgData name="Orabona, James" userId="S::james.orabona@b-and-q.co.uk::8d36cf20-29fe-430c-9c03-a9c68f05b1bc" providerId="AD" clId="Web-{B5C0F6C1-9D4F-BD4C-529F-22315BAB5AD5}" dt="2025-08-14T07:33:32.882" v="122" actId="14100"/>
          <ac:picMkLst>
            <pc:docMk/>
            <pc:sldMk cId="1704945078" sldId="436"/>
            <ac:picMk id="3" creationId="{D8635792-09DF-D65E-6CB7-B865B922DDF9}"/>
          </ac:picMkLst>
        </pc:picChg>
      </pc:sldChg>
      <pc:sldChg chg="addSp delSp modSp add replId">
        <pc:chgData name="Orabona, James" userId="S::james.orabona@b-and-q.co.uk::8d36cf20-29fe-430c-9c03-a9c68f05b1bc" providerId="AD" clId="Web-{B5C0F6C1-9D4F-BD4C-529F-22315BAB5AD5}" dt="2025-08-14T07:40:25.117" v="213" actId="20577"/>
        <pc:sldMkLst>
          <pc:docMk/>
          <pc:sldMk cId="64798258" sldId="437"/>
        </pc:sldMkLst>
        <pc:spChg chg="mod">
          <ac:chgData name="Orabona, James" userId="S::james.orabona@b-and-q.co.uk::8d36cf20-29fe-430c-9c03-a9c68f05b1bc" providerId="AD" clId="Web-{B5C0F6C1-9D4F-BD4C-529F-22315BAB5AD5}" dt="2025-08-14T07:40:25.117" v="213" actId="20577"/>
          <ac:spMkLst>
            <pc:docMk/>
            <pc:sldMk cId="64798258" sldId="437"/>
            <ac:spMk id="4" creationId="{969C66A7-5F5F-9A76-FCAA-5C298D9125C9}"/>
          </ac:spMkLst>
        </pc:spChg>
        <pc:spChg chg="mod">
          <ac:chgData name="Orabona, James" userId="S::james.orabona@b-and-q.co.uk::8d36cf20-29fe-430c-9c03-a9c68f05b1bc" providerId="AD" clId="Web-{B5C0F6C1-9D4F-BD4C-529F-22315BAB5AD5}" dt="2025-08-14T07:34:37.742" v="143" actId="20577"/>
          <ac:spMkLst>
            <pc:docMk/>
            <pc:sldMk cId="64798258" sldId="437"/>
            <ac:spMk id="32" creationId="{538BD60E-D35E-8DA0-500B-F8CF3DFE6F2A}"/>
          </ac:spMkLst>
        </pc:spChg>
        <pc:picChg chg="add mod">
          <ac:chgData name="Orabona, James" userId="S::james.orabona@b-and-q.co.uk::8d36cf20-29fe-430c-9c03-a9c68f05b1bc" providerId="AD" clId="Web-{B5C0F6C1-9D4F-BD4C-529F-22315BAB5AD5}" dt="2025-08-14T07:34:23.898" v="140" actId="1076"/>
          <ac:picMkLst>
            <pc:docMk/>
            <pc:sldMk cId="64798258" sldId="437"/>
            <ac:picMk id="2" creationId="{C1385A3F-2FFD-F06B-2395-EBB8237DE5B2}"/>
          </ac:picMkLst>
        </pc:picChg>
      </pc:sldChg>
      <pc:sldChg chg="addSp delSp modSp add replId">
        <pc:chgData name="Orabona, James" userId="S::james.orabona@b-and-q.co.uk::8d36cf20-29fe-430c-9c03-a9c68f05b1bc" providerId="AD" clId="Web-{B5C0F6C1-9D4F-BD4C-529F-22315BAB5AD5}" dt="2025-08-14T07:36:55.304" v="169" actId="20577"/>
        <pc:sldMkLst>
          <pc:docMk/>
          <pc:sldMk cId="818022230" sldId="438"/>
        </pc:sldMkLst>
        <pc:spChg chg="mod">
          <ac:chgData name="Orabona, James" userId="S::james.orabona@b-and-q.co.uk::8d36cf20-29fe-430c-9c03-a9c68f05b1bc" providerId="AD" clId="Web-{B5C0F6C1-9D4F-BD4C-529F-22315BAB5AD5}" dt="2025-08-14T07:36:55.304" v="169" actId="20577"/>
          <ac:spMkLst>
            <pc:docMk/>
            <pc:sldMk cId="818022230" sldId="438"/>
            <ac:spMk id="4" creationId="{51F00AD3-63F8-E020-7D7F-300620D333F3}"/>
          </ac:spMkLst>
        </pc:spChg>
        <pc:spChg chg="mod">
          <ac:chgData name="Orabona, James" userId="S::james.orabona@b-and-q.co.uk::8d36cf20-29fe-430c-9c03-a9c68f05b1bc" providerId="AD" clId="Web-{B5C0F6C1-9D4F-BD4C-529F-22315BAB5AD5}" dt="2025-08-14T07:35:54.726" v="157" actId="20577"/>
          <ac:spMkLst>
            <pc:docMk/>
            <pc:sldMk cId="818022230" sldId="438"/>
            <ac:spMk id="32" creationId="{C6DB06FE-325B-2FB0-E396-7C817BAB6AE4}"/>
          </ac:spMkLst>
        </pc:spChg>
        <pc:picChg chg="add mod">
          <ac:chgData name="Orabona, James" userId="S::james.orabona@b-and-q.co.uk::8d36cf20-29fe-430c-9c03-a9c68f05b1bc" providerId="AD" clId="Web-{B5C0F6C1-9D4F-BD4C-529F-22315BAB5AD5}" dt="2025-08-14T07:35:21.226" v="150" actId="1076"/>
          <ac:picMkLst>
            <pc:docMk/>
            <pc:sldMk cId="818022230" sldId="438"/>
            <ac:picMk id="3" creationId="{0A527EE1-40EE-A02D-0A6E-F21D17B8E94E}"/>
          </ac:picMkLst>
        </pc:picChg>
      </pc:sldChg>
      <pc:sldMasterChg chg="addSldLayout">
        <pc:chgData name="Orabona, James" userId="S::james.orabona@b-and-q.co.uk::8d36cf20-29fe-430c-9c03-a9c68f05b1bc" providerId="AD" clId="Web-{B5C0F6C1-9D4F-BD4C-529F-22315BAB5AD5}" dt="2025-08-14T07:25:17.207" v="1"/>
        <pc:sldMasterMkLst>
          <pc:docMk/>
          <pc:sldMasterMk cId="1759004137" sldId="2147483648"/>
        </pc:sldMasterMkLst>
        <pc:sldLayoutChg chg="add">
          <pc:chgData name="Orabona, James" userId="S::james.orabona@b-and-q.co.uk::8d36cf20-29fe-430c-9c03-a9c68f05b1bc" providerId="AD" clId="Web-{B5C0F6C1-9D4F-BD4C-529F-22315BAB5AD5}" dt="2025-08-14T07:25:16.582" v="0"/>
          <pc:sldLayoutMkLst>
            <pc:docMk/>
            <pc:sldMasterMk cId="1759004137" sldId="2147483648"/>
            <pc:sldLayoutMk cId="2932728747" sldId="2147483661"/>
          </pc:sldLayoutMkLst>
        </pc:sldLayoutChg>
        <pc:sldLayoutChg chg="add">
          <pc:chgData name="Orabona, James" userId="S::james.orabona@b-and-q.co.uk::8d36cf20-29fe-430c-9c03-a9c68f05b1bc" providerId="AD" clId="Web-{B5C0F6C1-9D4F-BD4C-529F-22315BAB5AD5}" dt="2025-08-14T07:25:17.207" v="1"/>
          <pc:sldLayoutMkLst>
            <pc:docMk/>
            <pc:sldMasterMk cId="1759004137" sldId="2147483648"/>
            <pc:sldLayoutMk cId="1838511834" sldId="2147483662"/>
          </pc:sldLayoutMkLst>
        </pc:sldLayoutChg>
      </pc:sldMasterChg>
    </pc:docChg>
  </pc:docChgLst>
  <pc:docChgLst>
    <pc:chgData name="Orabona, James" userId="S::james.orabona@b-and-q.co.uk::8d36cf20-29fe-430c-9c03-a9c68f05b1bc" providerId="AD" clId="Web-{0DB3DA2A-D18A-975E-C38F-43830E114090}"/>
    <pc:docChg chg="modSld">
      <pc:chgData name="Orabona, James" userId="S::james.orabona@b-and-q.co.uk::8d36cf20-29fe-430c-9c03-a9c68f05b1bc" providerId="AD" clId="Web-{0DB3DA2A-D18A-975E-C38F-43830E114090}" dt="2025-07-09T12:55:22.179" v="3"/>
      <pc:docMkLst>
        <pc:docMk/>
      </pc:docMkLst>
      <pc:sldChg chg="addSp delSp modSp">
        <pc:chgData name="Orabona, James" userId="S::james.orabona@b-and-q.co.uk::8d36cf20-29fe-430c-9c03-a9c68f05b1bc" providerId="AD" clId="Web-{0DB3DA2A-D18A-975E-C38F-43830E114090}" dt="2025-07-09T12:55:22.179" v="3"/>
        <pc:sldMkLst>
          <pc:docMk/>
          <pc:sldMk cId="1546093358" sldId="279"/>
        </pc:sldMkLst>
      </pc:sldChg>
    </pc:docChg>
  </pc:docChgLst>
  <pc:docChgLst>
    <pc:chgData name="Orabona, James" userId="8d36cf20-29fe-430c-9c03-a9c68f05b1bc" providerId="ADAL" clId="{0D1104D8-78E2-49FE-B544-38F362EC9D2D}"/>
    <pc:docChg chg="custSel addSld modSld sldOrd">
      <pc:chgData name="Orabona, James" userId="8d36cf20-29fe-430c-9c03-a9c68f05b1bc" providerId="ADAL" clId="{0D1104D8-78E2-49FE-B544-38F362EC9D2D}" dt="2025-07-17T13:47:52.655" v="215"/>
      <pc:docMkLst>
        <pc:docMk/>
      </pc:docMkLst>
      <pc:sldChg chg="addSp modSp mod modAnim">
        <pc:chgData name="Orabona, James" userId="8d36cf20-29fe-430c-9c03-a9c68f05b1bc" providerId="ADAL" clId="{0D1104D8-78E2-49FE-B544-38F362EC9D2D}" dt="2025-07-08T13:45:28.163" v="138"/>
        <pc:sldMkLst>
          <pc:docMk/>
          <pc:sldMk cId="494521409" sldId="262"/>
        </pc:sldMkLst>
      </pc:sldChg>
      <pc:sldChg chg="addSp delSp modSp mod delAnim modAnim">
        <pc:chgData name="Orabona, James" userId="8d36cf20-29fe-430c-9c03-a9c68f05b1bc" providerId="ADAL" clId="{0D1104D8-78E2-49FE-B544-38F362EC9D2D}" dt="2025-07-08T13:19:51.546" v="42" actId="478"/>
        <pc:sldMkLst>
          <pc:docMk/>
          <pc:sldMk cId="4042385819" sldId="266"/>
        </pc:sldMkLst>
      </pc:sldChg>
      <pc:sldChg chg="modSp mod">
        <pc:chgData name="Orabona, James" userId="8d36cf20-29fe-430c-9c03-a9c68f05b1bc" providerId="ADAL" clId="{0D1104D8-78E2-49FE-B544-38F362EC9D2D}" dt="2025-07-08T12:12:54.876" v="39" actId="20577"/>
        <pc:sldMkLst>
          <pc:docMk/>
          <pc:sldMk cId="3126477810" sldId="274"/>
        </pc:sldMkLst>
      </pc:sldChg>
      <pc:sldChg chg="modAnim">
        <pc:chgData name="Orabona, James" userId="8d36cf20-29fe-430c-9c03-a9c68f05b1bc" providerId="ADAL" clId="{0D1104D8-78E2-49FE-B544-38F362EC9D2D}" dt="2025-07-08T13:33:23.382" v="44"/>
        <pc:sldMkLst>
          <pc:docMk/>
          <pc:sldMk cId="1394854364" sldId="275"/>
        </pc:sldMkLst>
      </pc:sldChg>
      <pc:sldChg chg="addSp modSp mod modAnim">
        <pc:chgData name="Orabona, James" userId="8d36cf20-29fe-430c-9c03-a9c68f05b1bc" providerId="ADAL" clId="{0D1104D8-78E2-49FE-B544-38F362EC9D2D}" dt="2025-07-08T13:40:11.550" v="103"/>
        <pc:sldMkLst>
          <pc:docMk/>
          <pc:sldMk cId="263543108" sldId="276"/>
        </pc:sldMkLst>
      </pc:sldChg>
      <pc:sldChg chg="add">
        <pc:chgData name="Orabona, James" userId="8d36cf20-29fe-430c-9c03-a9c68f05b1bc" providerId="ADAL" clId="{0D1104D8-78E2-49FE-B544-38F362EC9D2D}" dt="2025-07-08T13:19:47.430" v="41"/>
        <pc:sldMkLst>
          <pc:docMk/>
          <pc:sldMk cId="2221261896" sldId="280"/>
        </pc:sldMkLst>
      </pc:sldChg>
      <pc:sldChg chg="modSp add mod ord">
        <pc:chgData name="Orabona, James" userId="8d36cf20-29fe-430c-9c03-a9c68f05b1bc" providerId="ADAL" clId="{0D1104D8-78E2-49FE-B544-38F362EC9D2D}" dt="2025-07-17T13:46:12.720" v="208" actId="1076"/>
        <pc:sldMkLst>
          <pc:docMk/>
          <pc:sldMk cId="3917077463" sldId="281"/>
        </pc:sldMkLst>
      </pc:sldChg>
      <pc:sldChg chg="addSp delSp modSp add mod modAnim">
        <pc:chgData name="Orabona, James" userId="8d36cf20-29fe-430c-9c03-a9c68f05b1bc" providerId="ADAL" clId="{0D1104D8-78E2-49FE-B544-38F362EC9D2D}" dt="2025-07-17T13:47:52.655" v="215"/>
        <pc:sldMkLst>
          <pc:docMk/>
          <pc:sldMk cId="2286431281" sldId="282"/>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5" Type="http://schemas.openxmlformats.org/officeDocument/2006/relationships/chartUserShapes" Target="../drawings/drawing1.xml"/><Relationship Id="rId4" Type="http://schemas.openxmlformats.org/officeDocument/2006/relationships/package" Target="../embeddings/Microsoft_Excel_Worksheet_106_1D79CC4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dPt>
            <c:idx val="0"/>
            <c:bubble3D val="0"/>
            <c:explosion val="9"/>
            <c:spPr>
              <a:solidFill>
                <a:schemeClr val="accent1"/>
              </a:solidFill>
              <a:ln w="19050">
                <a:solidFill>
                  <a:schemeClr val="lt1"/>
                </a:solidFill>
              </a:ln>
              <a:effectLst/>
            </c:spPr>
            <c:extLst>
              <c:ext xmlns:c16="http://schemas.microsoft.com/office/drawing/2014/chart" uri="{C3380CC4-5D6E-409C-BE32-E72D297353CC}">
                <c16:uniqueId val="{00000001-5323-4F7D-891C-36E2A299CF8A}"/>
              </c:ext>
            </c:extLst>
          </c:dPt>
          <c:dPt>
            <c:idx val="1"/>
            <c:bubble3D val="0"/>
            <c:explosion val="3"/>
            <c:spPr>
              <a:solidFill>
                <a:schemeClr val="accent2"/>
              </a:solidFill>
              <a:ln w="19050">
                <a:solidFill>
                  <a:schemeClr val="lt1"/>
                </a:solidFill>
              </a:ln>
              <a:effectLst/>
            </c:spPr>
            <c:extLst>
              <c:ext xmlns:c16="http://schemas.microsoft.com/office/drawing/2014/chart" uri="{C3380CC4-5D6E-409C-BE32-E72D297353CC}">
                <c16:uniqueId val="{00000003-5323-4F7D-891C-36E2A299CF8A}"/>
              </c:ext>
            </c:extLst>
          </c:dPt>
          <c:dPt>
            <c:idx val="2"/>
            <c:bubble3D val="0"/>
            <c:explosion val="4"/>
            <c:spPr>
              <a:solidFill>
                <a:schemeClr val="accent3"/>
              </a:solidFill>
              <a:ln w="19050">
                <a:solidFill>
                  <a:schemeClr val="lt1"/>
                </a:solidFill>
              </a:ln>
              <a:effectLst/>
            </c:spPr>
            <c:extLst>
              <c:ext xmlns:c16="http://schemas.microsoft.com/office/drawing/2014/chart" uri="{C3380CC4-5D6E-409C-BE32-E72D297353CC}">
                <c16:uniqueId val="{00000005-5323-4F7D-891C-36E2A299CF8A}"/>
              </c:ext>
            </c:extLst>
          </c:dPt>
          <c:cat>
            <c:strRef>
              <c:f>Sheet3!$D$5:$D$7</c:f>
              <c:strCache>
                <c:ptCount val="3"/>
                <c:pt idx="0">
                  <c:v>Value adding</c:v>
                </c:pt>
                <c:pt idx="1">
                  <c:v>Value enabling</c:v>
                </c:pt>
                <c:pt idx="2">
                  <c:v>Waste</c:v>
                </c:pt>
              </c:strCache>
            </c:strRef>
          </c:cat>
          <c:val>
            <c:numRef>
              <c:f>Sheet3!$E$5:$E$7</c:f>
              <c:numCache>
                <c:formatCode>General</c:formatCode>
                <c:ptCount val="3"/>
                <c:pt idx="0">
                  <c:v>30</c:v>
                </c:pt>
                <c:pt idx="1">
                  <c:v>90</c:v>
                </c:pt>
                <c:pt idx="2">
                  <c:v>60</c:v>
                </c:pt>
              </c:numCache>
            </c:numRef>
          </c:val>
          <c:extLst>
            <c:ext xmlns:c16="http://schemas.microsoft.com/office/drawing/2014/chart" uri="{C3380CC4-5D6E-409C-BE32-E72D297353CC}">
              <c16:uniqueId val="{00000006-5323-4F7D-891C-36E2A299CF8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0.20409</cdr:x>
      <cdr:y>0.2793</cdr:y>
    </cdr:from>
    <cdr:to>
      <cdr:x>0.51363</cdr:x>
      <cdr:y>0.43686</cdr:y>
    </cdr:to>
    <cdr:sp macro="" textlink="">
      <cdr:nvSpPr>
        <cdr:cNvPr id="2" name="TextBox 51">
          <a:extLst xmlns:a="http://schemas.openxmlformats.org/drawingml/2006/main">
            <a:ext uri="{FF2B5EF4-FFF2-40B4-BE49-F238E27FC236}">
              <a16:creationId xmlns:a16="http://schemas.microsoft.com/office/drawing/2014/main" id="{4D5C124F-0524-45A1-812A-2374CCA2709B}"/>
            </a:ext>
          </a:extLst>
        </cdr:cNvPr>
        <cdr:cNvSpPr txBox="1"/>
      </cdr:nvSpPr>
      <cdr:spPr>
        <a:xfrm xmlns:a="http://schemas.openxmlformats.org/drawingml/2006/main">
          <a:off x="998512" y="845664"/>
          <a:ext cx="1514474" cy="477054"/>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GB" sz="1400" b="1" dirty="0">
              <a:latin typeface="Trebuchet MS" panose="020B0603020202020204" pitchFamily="34" charset="0"/>
            </a:rPr>
            <a:t>Waste</a:t>
          </a:r>
        </a:p>
        <a:p xmlns:a="http://schemas.openxmlformats.org/drawingml/2006/main">
          <a:pPr algn="ctr"/>
          <a:r>
            <a:rPr lang="en-GB" sz="1100" b="1" dirty="0">
              <a:latin typeface="Trebuchet MS" panose="020B0603020202020204" pitchFamily="34" charset="0"/>
            </a:rPr>
            <a:t>(Non-Value Adding)</a:t>
          </a:r>
        </a:p>
      </cdr:txBody>
    </cdr:sp>
  </cdr:relSizeAnchor>
  <cdr:relSizeAnchor xmlns:cdr="http://schemas.openxmlformats.org/drawingml/2006/chartDrawing">
    <cdr:from>
      <cdr:x>0.51013</cdr:x>
      <cdr:y>0.11262</cdr:y>
    </cdr:from>
    <cdr:to>
      <cdr:x>0.70503</cdr:x>
      <cdr:y>0.28542</cdr:y>
    </cdr:to>
    <cdr:sp macro="" textlink="">
      <cdr:nvSpPr>
        <cdr:cNvPr id="3" name="TextBox 52">
          <a:extLst xmlns:a="http://schemas.openxmlformats.org/drawingml/2006/main">
            <a:ext uri="{FF2B5EF4-FFF2-40B4-BE49-F238E27FC236}">
              <a16:creationId xmlns:a16="http://schemas.microsoft.com/office/drawing/2014/main" id="{1E4BBC73-5FC9-4403-B59E-5C2416EE412F}"/>
            </a:ext>
          </a:extLst>
        </cdr:cNvPr>
        <cdr:cNvSpPr txBox="1"/>
      </cdr:nvSpPr>
      <cdr:spPr>
        <a:xfrm xmlns:a="http://schemas.openxmlformats.org/drawingml/2006/main">
          <a:off x="2495833" y="340981"/>
          <a:ext cx="953585" cy="523220"/>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GB" sz="1400" b="1" i="1" dirty="0">
              <a:latin typeface="Trebuchet MS" panose="020B0603020202020204" pitchFamily="34" charset="0"/>
            </a:rPr>
            <a:t>Value Adding</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347423-2750-40C7-A5D8-6C0D10FD4B43}" type="datetimeFigureOut">
              <a:rPr lang="en-GB" smtClean="0"/>
              <a:t>26/08/2025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BAD7A5-FE34-402C-97F7-0ED9F7C95AD6}" type="slidenum">
              <a:rPr lang="en-GB" smtClean="0"/>
              <a:t>‹#›</a:t>
            </a:fld>
            <a:endParaRPr lang="en-GB"/>
          </a:p>
        </p:txBody>
      </p:sp>
    </p:spTree>
    <p:extLst>
      <p:ext uri="{BB962C8B-B14F-4D97-AF65-F5344CB8AC3E}">
        <p14:creationId xmlns:p14="http://schemas.microsoft.com/office/powerpoint/2010/main" val="2998841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R="0" lvl="1" algn="l" defTabSz="914400" rtl="0" eaLnBrk="0" fontAlgn="base" latinLnBrk="0" hangingPunct="0">
              <a:lnSpc>
                <a:spcPct val="150000"/>
              </a:lnSpc>
              <a:spcBef>
                <a:spcPct val="20000"/>
              </a:spcBef>
              <a:spcAft>
                <a:spcPct val="30000"/>
              </a:spcAft>
              <a:buClr>
                <a:schemeClr val="tx2"/>
              </a:buClr>
              <a:buSzPct val="110000"/>
              <a:buFont typeface="Arial" panose="020B0604020202020204" pitchFamily="34" charset="0"/>
              <a:buChar char="•"/>
              <a:tabLst/>
              <a:defRPr/>
            </a:pPr>
            <a:r>
              <a:rPr kumimoji="0" lang="en-US" sz="1200" b="0" i="0" u="none" strike="noStrike" kern="0" cap="none" spc="0" normalizeH="0" baseline="0" noProof="0">
                <a:ln>
                  <a:noFill/>
                </a:ln>
                <a:solidFill>
                  <a:schemeClr val="tx2"/>
                </a:solidFill>
                <a:effectLst/>
                <a:uLnTx/>
                <a:uFillTx/>
                <a:latin typeface="Arial"/>
              </a:rPr>
              <a:t>Set the theme between the Team</a:t>
            </a:r>
            <a:r>
              <a:rPr kumimoji="0" lang="en-US" sz="1200" b="0" i="0" u="none" strike="noStrike" kern="0" cap="none" spc="0" normalizeH="0" noProof="0">
                <a:ln>
                  <a:noFill/>
                </a:ln>
                <a:solidFill>
                  <a:schemeClr val="tx2"/>
                </a:solidFill>
                <a:effectLst/>
                <a:uLnTx/>
                <a:uFillTx/>
                <a:latin typeface="Arial"/>
              </a:rPr>
              <a:t> of what is being looked at </a:t>
            </a:r>
            <a:r>
              <a:rPr kumimoji="0" lang="en-US" sz="1200" b="0" i="1" u="none" strike="noStrike" kern="0" cap="none" spc="0" normalizeH="0" noProof="0">
                <a:ln>
                  <a:noFill/>
                </a:ln>
                <a:solidFill>
                  <a:schemeClr val="tx2"/>
                </a:solidFill>
                <a:effectLst/>
                <a:uLnTx/>
                <a:uFillTx/>
                <a:latin typeface="Arial"/>
              </a:rPr>
              <a:t>(this could be borne from customer feedback on an area of the business VOC)</a:t>
            </a:r>
            <a:endParaRPr kumimoji="0" lang="en-US" sz="1200" b="0" i="1" u="none" strike="noStrike" kern="0" cap="none" spc="0" normalizeH="0" baseline="0" noProof="0">
              <a:ln>
                <a:noFill/>
              </a:ln>
              <a:solidFill>
                <a:schemeClr val="tx2"/>
              </a:solidFill>
              <a:effectLst/>
              <a:uLnTx/>
              <a:uFillTx/>
              <a:latin typeface="Arial"/>
            </a:endParaRPr>
          </a:p>
          <a:p>
            <a:pPr marR="0" lvl="1" algn="l" defTabSz="914400" rtl="0" eaLnBrk="0" fontAlgn="base" latinLnBrk="0" hangingPunct="0">
              <a:lnSpc>
                <a:spcPct val="150000"/>
              </a:lnSpc>
              <a:spcBef>
                <a:spcPct val="20000"/>
              </a:spcBef>
              <a:spcAft>
                <a:spcPct val="30000"/>
              </a:spcAft>
              <a:buClr>
                <a:schemeClr val="tx2"/>
              </a:buClr>
              <a:buSzPct val="110000"/>
              <a:buFont typeface="Arial" panose="020B0604020202020204" pitchFamily="34" charset="0"/>
              <a:buChar char="•"/>
              <a:tabLst/>
              <a:defRPr/>
            </a:pPr>
            <a:r>
              <a:rPr kumimoji="0" lang="en-US" sz="1200" b="0" i="0" u="none" strike="noStrike" kern="0" cap="none" spc="0" normalizeH="0" baseline="0" noProof="0">
                <a:ln>
                  <a:noFill/>
                </a:ln>
                <a:solidFill>
                  <a:schemeClr val="tx2"/>
                </a:solidFill>
                <a:effectLst/>
                <a:uLnTx/>
                <a:uFillTx/>
                <a:latin typeface="Arial"/>
              </a:rPr>
              <a:t>Prepare the Team</a:t>
            </a:r>
            <a:r>
              <a:rPr lang="en-US" sz="1200" kern="0">
                <a:solidFill>
                  <a:schemeClr val="tx2"/>
                </a:solidFill>
                <a:latin typeface="Arial"/>
              </a:rPr>
              <a:t> </a:t>
            </a:r>
            <a:r>
              <a:rPr kumimoji="0" lang="en-US" sz="1200" b="0" i="0" u="none" strike="noStrike" kern="0" cap="none" spc="0" normalizeH="0" noProof="0">
                <a:ln>
                  <a:noFill/>
                </a:ln>
                <a:solidFill>
                  <a:schemeClr val="tx2"/>
                </a:solidFill>
                <a:effectLst/>
                <a:uLnTx/>
                <a:uFillTx/>
                <a:latin typeface="Arial"/>
              </a:rPr>
              <a:t>– An understanding of how the Gemba walk feeds into CI is essential</a:t>
            </a:r>
          </a:p>
          <a:p>
            <a:pPr marR="0" lvl="1" algn="l" defTabSz="914400" rtl="0" eaLnBrk="0" fontAlgn="base" latinLnBrk="0" hangingPunct="0">
              <a:lnSpc>
                <a:spcPct val="150000"/>
              </a:lnSpc>
              <a:spcBef>
                <a:spcPct val="20000"/>
              </a:spcBef>
              <a:spcAft>
                <a:spcPct val="30000"/>
              </a:spcAft>
              <a:buClr>
                <a:schemeClr val="tx2"/>
              </a:buClr>
              <a:buSzPct val="110000"/>
              <a:buFont typeface="Arial" panose="020B0604020202020204" pitchFamily="34" charset="0"/>
              <a:buChar char="•"/>
              <a:tabLst/>
              <a:defRPr/>
            </a:pPr>
            <a:r>
              <a:rPr lang="en-US" sz="1200" kern="0" baseline="0">
                <a:solidFill>
                  <a:schemeClr val="tx2"/>
                </a:solidFill>
                <a:latin typeface="Arial"/>
              </a:rPr>
              <a:t>Focus</a:t>
            </a:r>
            <a:r>
              <a:rPr lang="en-US" sz="1200" kern="0">
                <a:solidFill>
                  <a:schemeClr val="tx2"/>
                </a:solidFill>
                <a:latin typeface="Arial"/>
              </a:rPr>
              <a:t> on Process and </a:t>
            </a:r>
            <a:r>
              <a:rPr lang="en-US" sz="1200" b="1" kern="0">
                <a:solidFill>
                  <a:srgbClr val="C00000"/>
                </a:solidFill>
                <a:latin typeface="Arial"/>
              </a:rPr>
              <a:t>NOT </a:t>
            </a:r>
            <a:r>
              <a:rPr lang="en-US" sz="1200" kern="0">
                <a:solidFill>
                  <a:schemeClr val="tx2"/>
                </a:solidFill>
                <a:latin typeface="Arial"/>
              </a:rPr>
              <a:t>people</a:t>
            </a:r>
          </a:p>
          <a:p>
            <a:pPr marR="0" lvl="1" algn="l" defTabSz="914400" rtl="0" eaLnBrk="0" fontAlgn="base" latinLnBrk="0" hangingPunct="0">
              <a:lnSpc>
                <a:spcPct val="150000"/>
              </a:lnSpc>
              <a:spcBef>
                <a:spcPct val="20000"/>
              </a:spcBef>
              <a:spcAft>
                <a:spcPct val="30000"/>
              </a:spcAft>
              <a:buClr>
                <a:schemeClr val="tx2"/>
              </a:buClr>
              <a:buSzPct val="110000"/>
              <a:buFont typeface="Arial" panose="020B0604020202020204" pitchFamily="34" charset="0"/>
              <a:buChar char="•"/>
              <a:tabLst/>
              <a:defRPr/>
            </a:pPr>
            <a:r>
              <a:rPr lang="en-US" sz="1200" kern="0">
                <a:solidFill>
                  <a:schemeClr val="tx2"/>
                </a:solidFill>
                <a:latin typeface="Arial"/>
              </a:rPr>
              <a:t>Focus on Processes that are part of the value stream of the organisation i.e. repeated </a:t>
            </a:r>
            <a:r>
              <a:rPr lang="en-US" sz="1200" kern="0" err="1">
                <a:solidFill>
                  <a:schemeClr val="tx2"/>
                </a:solidFill>
                <a:latin typeface="Arial"/>
              </a:rPr>
              <a:t>activites</a:t>
            </a:r>
            <a:r>
              <a:rPr lang="en-US" sz="1200" kern="0">
                <a:solidFill>
                  <a:schemeClr val="tx2"/>
                </a:solidFill>
                <a:latin typeface="Arial"/>
              </a:rPr>
              <a:t> (THS Picking)</a:t>
            </a:r>
          </a:p>
          <a:p>
            <a:pPr marR="0" lvl="1" algn="l" defTabSz="914400" rtl="0" eaLnBrk="0" fontAlgn="base" latinLnBrk="0" hangingPunct="0">
              <a:lnSpc>
                <a:spcPct val="150000"/>
              </a:lnSpc>
              <a:spcBef>
                <a:spcPct val="20000"/>
              </a:spcBef>
              <a:spcAft>
                <a:spcPct val="30000"/>
              </a:spcAft>
              <a:buClr>
                <a:schemeClr val="tx2"/>
              </a:buClr>
              <a:buSzPct val="110000"/>
              <a:buFont typeface="Arial" panose="020B0604020202020204" pitchFamily="34" charset="0"/>
              <a:buChar char="•"/>
              <a:tabLst/>
              <a:defRPr/>
            </a:pPr>
            <a:r>
              <a:rPr lang="en-US" sz="1200" kern="0">
                <a:solidFill>
                  <a:schemeClr val="tx2"/>
                </a:solidFill>
                <a:latin typeface="Arial"/>
              </a:rPr>
              <a:t>Record Observations during the Gemba Walk. Don’t feedback during the walk </a:t>
            </a:r>
            <a:r>
              <a:rPr lang="en-US" sz="1200" i="1" kern="0">
                <a:solidFill>
                  <a:schemeClr val="tx2"/>
                </a:solidFill>
                <a:latin typeface="Arial"/>
              </a:rPr>
              <a:t>(this can disrupt what you might see going forward on the Gemba Walk)</a:t>
            </a:r>
          </a:p>
          <a:p>
            <a:pPr marR="0" lvl="1" algn="l" defTabSz="914400" rtl="0" eaLnBrk="0" fontAlgn="base" latinLnBrk="0" hangingPunct="0">
              <a:lnSpc>
                <a:spcPct val="150000"/>
              </a:lnSpc>
              <a:spcBef>
                <a:spcPct val="20000"/>
              </a:spcBef>
              <a:spcAft>
                <a:spcPct val="30000"/>
              </a:spcAft>
              <a:buClr>
                <a:schemeClr val="tx2"/>
              </a:buClr>
              <a:buSzPct val="110000"/>
              <a:buFont typeface="Arial" panose="020B0604020202020204" pitchFamily="34" charset="0"/>
              <a:buChar char="•"/>
              <a:tabLst/>
              <a:defRPr/>
            </a:pPr>
            <a:r>
              <a:rPr lang="en-US" sz="1200" kern="0">
                <a:solidFill>
                  <a:schemeClr val="tx2"/>
                </a:solidFill>
                <a:latin typeface="Arial"/>
              </a:rPr>
              <a:t>The Gemba walk can be completed by one person, but is often best completed with someone from another department, who may see things that you may not</a:t>
            </a:r>
          </a:p>
          <a:p>
            <a:pPr marR="0" lvl="1" algn="l" defTabSz="914400" rtl="0" eaLnBrk="0" fontAlgn="base" latinLnBrk="0" hangingPunct="0">
              <a:lnSpc>
                <a:spcPct val="150000"/>
              </a:lnSpc>
              <a:spcBef>
                <a:spcPct val="20000"/>
              </a:spcBef>
              <a:spcAft>
                <a:spcPct val="30000"/>
              </a:spcAft>
              <a:buClr>
                <a:schemeClr val="tx2"/>
              </a:buClr>
              <a:buSzPct val="110000"/>
              <a:buFont typeface="Arial" panose="020B0604020202020204" pitchFamily="34" charset="0"/>
              <a:buChar char="•"/>
              <a:tabLst/>
              <a:defRPr/>
            </a:pPr>
            <a:r>
              <a:rPr lang="en-US" sz="1200" kern="0">
                <a:solidFill>
                  <a:schemeClr val="tx2"/>
                </a:solidFill>
                <a:latin typeface="Arial"/>
              </a:rPr>
              <a:t>Follow Up afterwards – Involve the Colleague</a:t>
            </a:r>
          </a:p>
          <a:p>
            <a:endParaRPr lang="en-GB"/>
          </a:p>
        </p:txBody>
      </p:sp>
      <p:sp>
        <p:nvSpPr>
          <p:cNvPr id="4" name="Slide Number Placeholder 3"/>
          <p:cNvSpPr>
            <a:spLocks noGrp="1"/>
          </p:cNvSpPr>
          <p:nvPr>
            <p:ph type="sldNum" sz="quarter" idx="5"/>
          </p:nvPr>
        </p:nvSpPr>
        <p:spPr/>
        <p:txBody>
          <a:bodyPr/>
          <a:lstStyle/>
          <a:p>
            <a:fld id="{A549B6C4-9225-4BB5-990B-55DC5DA47895}" type="slidenum">
              <a:rPr lang="en-GB" smtClean="0"/>
              <a:t>21</a:t>
            </a:fld>
            <a:endParaRPr lang="en-GB"/>
          </a:p>
        </p:txBody>
      </p:sp>
    </p:spTree>
    <p:extLst>
      <p:ext uri="{BB962C8B-B14F-4D97-AF65-F5344CB8AC3E}">
        <p14:creationId xmlns:p14="http://schemas.microsoft.com/office/powerpoint/2010/main" val="3526313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6913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8D8D9CD-CCDB-4EF1-82D7-0CDC57269C32}" type="datetimeFigureOut">
              <a:rPr lang="en-GB" smtClean="0"/>
              <a:t>26/08/2025</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FB713144-3095-4043-BD85-94C58488FC99}" type="slidenum">
              <a:rPr lang="en-GB" smtClean="0"/>
              <a:t>‹#›</a:t>
            </a:fld>
            <a:endParaRPr lang="en-GB"/>
          </a:p>
        </p:txBody>
      </p:sp>
    </p:spTree>
    <p:extLst>
      <p:ext uri="{BB962C8B-B14F-4D97-AF65-F5344CB8AC3E}">
        <p14:creationId xmlns:p14="http://schemas.microsoft.com/office/powerpoint/2010/main" val="3590146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8D8D9CD-CCDB-4EF1-82D7-0CDC57269C32}" type="datetimeFigureOut">
              <a:rPr lang="en-GB" smtClean="0"/>
              <a:t>26/08/2025</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FB713144-3095-4043-BD85-94C58488FC99}" type="slidenum">
              <a:rPr lang="en-GB" smtClean="0"/>
              <a:t>‹#›</a:t>
            </a:fld>
            <a:endParaRPr lang="en-GB"/>
          </a:p>
        </p:txBody>
      </p:sp>
    </p:spTree>
    <p:extLst>
      <p:ext uri="{BB962C8B-B14F-4D97-AF65-F5344CB8AC3E}">
        <p14:creationId xmlns:p14="http://schemas.microsoft.com/office/powerpoint/2010/main" val="2922102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78D8D9CD-CCDB-4EF1-82D7-0CDC57269C32}" type="datetimeFigureOut">
              <a:rPr lang="en-GB" smtClean="0"/>
              <a:t>26/08/2025</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FB713144-3095-4043-BD85-94C58488FC99}" type="slidenum">
              <a:rPr lang="en-GB" smtClean="0"/>
              <a:t>‹#›</a:t>
            </a:fld>
            <a:endParaRPr lang="en-GB"/>
          </a:p>
        </p:txBody>
      </p:sp>
    </p:spTree>
    <p:extLst>
      <p:ext uri="{BB962C8B-B14F-4D97-AF65-F5344CB8AC3E}">
        <p14:creationId xmlns:p14="http://schemas.microsoft.com/office/powerpoint/2010/main" val="2875893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78D8D9CD-CCDB-4EF1-82D7-0CDC57269C32}" type="datetimeFigureOut">
              <a:rPr lang="en-GB" smtClean="0"/>
              <a:t>26/08/2025</a:t>
            </a:fld>
            <a:endParaRPr lang="en-GB"/>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FB713144-3095-4043-BD85-94C58488FC99}" type="slidenum">
              <a:rPr lang="en-GB" smtClean="0"/>
              <a:t>‹#›</a:t>
            </a:fld>
            <a:endParaRPr lang="en-GB"/>
          </a:p>
        </p:txBody>
      </p:sp>
    </p:spTree>
    <p:extLst>
      <p:ext uri="{BB962C8B-B14F-4D97-AF65-F5344CB8AC3E}">
        <p14:creationId xmlns:p14="http://schemas.microsoft.com/office/powerpoint/2010/main" val="3440113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78D8D9CD-CCDB-4EF1-82D7-0CDC57269C32}" type="datetimeFigureOut">
              <a:rPr lang="en-GB" smtClean="0"/>
              <a:t>26/08/2025</a:t>
            </a:fld>
            <a:endParaRPr lang="en-GB"/>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FB713144-3095-4043-BD85-94C58488FC99}" type="slidenum">
              <a:rPr lang="en-GB" smtClean="0"/>
              <a:t>‹#›</a:t>
            </a:fld>
            <a:endParaRPr lang="en-GB"/>
          </a:p>
        </p:txBody>
      </p:sp>
    </p:spTree>
    <p:extLst>
      <p:ext uri="{BB962C8B-B14F-4D97-AF65-F5344CB8AC3E}">
        <p14:creationId xmlns:p14="http://schemas.microsoft.com/office/powerpoint/2010/main" val="2231564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78D8D9CD-CCDB-4EF1-82D7-0CDC57269C32}" type="datetimeFigureOut">
              <a:rPr lang="en-GB" smtClean="0"/>
              <a:t>26/08/2025</a:t>
            </a:fld>
            <a:endParaRPr lang="en-GB"/>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FB713144-3095-4043-BD85-94C58488FC99}" type="slidenum">
              <a:rPr lang="en-GB" smtClean="0"/>
              <a:t>‹#›</a:t>
            </a:fld>
            <a:endParaRPr lang="en-GB"/>
          </a:p>
        </p:txBody>
      </p:sp>
    </p:spTree>
    <p:extLst>
      <p:ext uri="{BB962C8B-B14F-4D97-AF65-F5344CB8AC3E}">
        <p14:creationId xmlns:p14="http://schemas.microsoft.com/office/powerpoint/2010/main" val="2720122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78D8D9CD-CCDB-4EF1-82D7-0CDC57269C32}" type="datetimeFigureOut">
              <a:rPr lang="en-GB" smtClean="0"/>
              <a:t>26/08/2025</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FB713144-3095-4043-BD85-94C58488FC99}" type="slidenum">
              <a:rPr lang="en-GB" smtClean="0"/>
              <a:t>‹#›</a:t>
            </a:fld>
            <a:endParaRPr lang="en-GB"/>
          </a:p>
        </p:txBody>
      </p:sp>
    </p:spTree>
    <p:extLst>
      <p:ext uri="{BB962C8B-B14F-4D97-AF65-F5344CB8AC3E}">
        <p14:creationId xmlns:p14="http://schemas.microsoft.com/office/powerpoint/2010/main" val="2107317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78D8D9CD-CCDB-4EF1-82D7-0CDC57269C32}" type="datetimeFigureOut">
              <a:rPr lang="en-GB" smtClean="0"/>
              <a:t>26/08/2025</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FB713144-3095-4043-BD85-94C58488FC99}" type="slidenum">
              <a:rPr lang="en-GB" smtClean="0"/>
              <a:t>‹#›</a:t>
            </a:fld>
            <a:endParaRPr lang="en-GB"/>
          </a:p>
        </p:txBody>
      </p:sp>
    </p:spTree>
    <p:extLst>
      <p:ext uri="{BB962C8B-B14F-4D97-AF65-F5344CB8AC3E}">
        <p14:creationId xmlns:p14="http://schemas.microsoft.com/office/powerpoint/2010/main" val="3829364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8D8D9CD-CCDB-4EF1-82D7-0CDC57269C32}" type="datetimeFigureOut">
              <a:rPr lang="en-GB" smtClean="0"/>
              <a:t>26/08/2025</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FB713144-3095-4043-BD85-94C58488FC99}" type="slidenum">
              <a:rPr lang="en-GB" smtClean="0"/>
              <a:t>‹#›</a:t>
            </a:fld>
            <a:endParaRPr lang="en-GB"/>
          </a:p>
        </p:txBody>
      </p:sp>
    </p:spTree>
    <p:extLst>
      <p:ext uri="{BB962C8B-B14F-4D97-AF65-F5344CB8AC3E}">
        <p14:creationId xmlns:p14="http://schemas.microsoft.com/office/powerpoint/2010/main" val="2341395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8D8D9CD-CCDB-4EF1-82D7-0CDC57269C32}" type="datetimeFigureOut">
              <a:rPr lang="en-GB" smtClean="0"/>
              <a:t>26/08/2025</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FB713144-3095-4043-BD85-94C58488FC99}" type="slidenum">
              <a:rPr lang="en-GB" smtClean="0"/>
              <a:t>‹#›</a:t>
            </a:fld>
            <a:endParaRPr lang="en-GB"/>
          </a:p>
        </p:txBody>
      </p:sp>
    </p:spTree>
    <p:extLst>
      <p:ext uri="{BB962C8B-B14F-4D97-AF65-F5344CB8AC3E}">
        <p14:creationId xmlns:p14="http://schemas.microsoft.com/office/powerpoint/2010/main" val="1630968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Image Slide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70F08C2-33F4-40D9-BDDC-D5FFB6EE3571}"/>
              </a:ext>
            </a:extLst>
          </p:cNvPr>
          <p:cNvPicPr>
            <a:picLocks noChangeAspect="1"/>
          </p:cNvPicPr>
          <p:nvPr userDrawn="1"/>
        </p:nvPicPr>
        <p:blipFill>
          <a:blip r:embed="rId2">
            <a:alphaModFix amt="75000"/>
            <a:extLst>
              <a:ext uri="{28A0092B-C50C-407E-A947-70E740481C1C}">
                <a14:useLocalDpi xmlns:a14="http://schemas.microsoft.com/office/drawing/2010/main" val="0"/>
              </a:ext>
            </a:extLst>
          </a:blip>
          <a:srcRect/>
          <a:stretch/>
        </p:blipFill>
        <p:spPr>
          <a:xfrm>
            <a:off x="-1" y="0"/>
            <a:ext cx="12192000" cy="6858000"/>
          </a:xfrm>
          <a:prstGeom prst="rect">
            <a:avLst/>
          </a:prstGeom>
          <a:solidFill>
            <a:schemeClr val="tx2"/>
          </a:solidFill>
        </p:spPr>
      </p:pic>
      <p:sp>
        <p:nvSpPr>
          <p:cNvPr id="2" name="Title 1">
            <a:extLst>
              <a:ext uri="{FF2B5EF4-FFF2-40B4-BE49-F238E27FC236}">
                <a16:creationId xmlns:a16="http://schemas.microsoft.com/office/drawing/2014/main" id="{CA1B4D23-975B-4DA3-A0E8-B665ECC17903}"/>
              </a:ext>
            </a:extLst>
          </p:cNvPr>
          <p:cNvSpPr>
            <a:spLocks noGrp="1"/>
          </p:cNvSpPr>
          <p:nvPr>
            <p:ph type="title" hasCustomPrompt="1"/>
          </p:nvPr>
        </p:nvSpPr>
        <p:spPr/>
        <p:txBody>
          <a:bodyPr/>
          <a:lstStyle>
            <a:lvl1pPr>
              <a:defRPr>
                <a:solidFill>
                  <a:schemeClr val="bg1"/>
                </a:solidFill>
              </a:defRPr>
            </a:lvl1pPr>
          </a:lstStyle>
          <a:p>
            <a:r>
              <a:rPr lang="en-US"/>
              <a:t>Click to edit slide title</a:t>
            </a:r>
            <a:endParaRPr lang="en-GB"/>
          </a:p>
        </p:txBody>
      </p:sp>
      <p:cxnSp>
        <p:nvCxnSpPr>
          <p:cNvPr id="14" name="Straight Connector 13">
            <a:extLst>
              <a:ext uri="{FF2B5EF4-FFF2-40B4-BE49-F238E27FC236}">
                <a16:creationId xmlns:a16="http://schemas.microsoft.com/office/drawing/2014/main" id="{124618F1-4428-401F-854A-EB006D318E9D}"/>
              </a:ext>
            </a:extLst>
          </p:cNvPr>
          <p:cNvCxnSpPr>
            <a:cxnSpLocks/>
          </p:cNvCxnSpPr>
          <p:nvPr/>
        </p:nvCxnSpPr>
        <p:spPr>
          <a:xfrm>
            <a:off x="532606" y="905674"/>
            <a:ext cx="1112678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4409D1B8-C721-4F03-849B-E536D269F63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863848" y="451184"/>
            <a:ext cx="1760703" cy="227574"/>
          </a:xfrm>
          <a:prstGeom prst="rect">
            <a:avLst/>
          </a:prstGeom>
        </p:spPr>
      </p:pic>
      <p:sp>
        <p:nvSpPr>
          <p:cNvPr id="6" name="Slide Number Placeholder 5">
            <a:extLst>
              <a:ext uri="{FF2B5EF4-FFF2-40B4-BE49-F238E27FC236}">
                <a16:creationId xmlns:a16="http://schemas.microsoft.com/office/drawing/2014/main" id="{27F500CA-DEE2-4332-9F0B-C5C71E681A12}"/>
              </a:ext>
            </a:extLst>
          </p:cNvPr>
          <p:cNvSpPr>
            <a:spLocks noGrp="1"/>
          </p:cNvSpPr>
          <p:nvPr>
            <p:ph type="sldNum" sz="quarter" idx="10"/>
          </p:nvPr>
        </p:nvSpPr>
        <p:spPr/>
        <p:txBody>
          <a:bodyPr/>
          <a:lstStyle>
            <a:lvl1pPr>
              <a:defRPr>
                <a:solidFill>
                  <a:schemeClr val="bg1"/>
                </a:solidFill>
              </a:defRPr>
            </a:lvl1pPr>
          </a:lstStyle>
          <a:p>
            <a:fld id="{CBA6B877-E884-4B3C-897C-AE968F5FD979}" type="slidenum">
              <a:rPr lang="en-GB" smtClean="0"/>
              <a:pPr/>
              <a:t>‹#›</a:t>
            </a:fld>
            <a:endParaRPr lang="en-GB"/>
          </a:p>
        </p:txBody>
      </p:sp>
      <p:sp>
        <p:nvSpPr>
          <p:cNvPr id="10" name="Text Placeholder 4">
            <a:extLst>
              <a:ext uri="{FF2B5EF4-FFF2-40B4-BE49-F238E27FC236}">
                <a16:creationId xmlns:a16="http://schemas.microsoft.com/office/drawing/2014/main" id="{2C5D82C6-8CBC-4295-A172-2837FC6649CA}"/>
              </a:ext>
            </a:extLst>
          </p:cNvPr>
          <p:cNvSpPr>
            <a:spLocks noGrp="1"/>
          </p:cNvSpPr>
          <p:nvPr>
            <p:ph type="body" sz="quarter" idx="12"/>
          </p:nvPr>
        </p:nvSpPr>
        <p:spPr>
          <a:xfrm>
            <a:off x="532607" y="981075"/>
            <a:ext cx="11126787" cy="468000"/>
          </a:xfrm>
        </p:spPr>
        <p:txBody>
          <a:bodyPr anchor="ctr" anchorCtr="0"/>
          <a:lstStyle>
            <a:lvl1pPr>
              <a:defRPr sz="2400">
                <a:solidFill>
                  <a:schemeClr val="bg1"/>
                </a:solidFill>
              </a:defRPr>
            </a:lvl1pPr>
          </a:lstStyle>
          <a:p>
            <a:pPr lvl="0"/>
            <a:r>
              <a:rPr lang="en-US"/>
              <a:t>Click to edit Master text styles</a:t>
            </a:r>
            <a:endParaRPr lang="en-GB"/>
          </a:p>
        </p:txBody>
      </p:sp>
    </p:spTree>
    <p:extLst>
      <p:ext uri="{BB962C8B-B14F-4D97-AF65-F5344CB8AC3E}">
        <p14:creationId xmlns:p14="http://schemas.microsoft.com/office/powerpoint/2010/main" val="19836668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_Indigo Content Pag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AA807-5C01-4F9E-B150-F27082ABFA94}"/>
              </a:ext>
            </a:extLst>
          </p:cNvPr>
          <p:cNvSpPr>
            <a:spLocks noGrp="1"/>
          </p:cNvSpPr>
          <p:nvPr>
            <p:ph type="pic" sz="quarter" idx="15"/>
          </p:nvPr>
        </p:nvSpPr>
        <p:spPr>
          <a:xfrm>
            <a:off x="-5398" y="0"/>
            <a:ext cx="4867275" cy="6858000"/>
          </a:xfrm>
        </p:spPr>
        <p:txBody>
          <a:bodyPr anchor="ctr"/>
          <a:lstStyle>
            <a:lvl1pPr algn="ctr">
              <a:defRPr>
                <a:solidFill>
                  <a:schemeClr val="tx1"/>
                </a:solidFill>
              </a:defRPr>
            </a:lvl1pPr>
          </a:lstStyle>
          <a:p>
            <a:endParaRPr lang="en-US"/>
          </a:p>
          <a:p>
            <a:endParaRPr lang="en-US"/>
          </a:p>
          <a:p>
            <a:r>
              <a:rPr lang="en-US"/>
              <a:t>Click icon to add picture</a:t>
            </a:r>
            <a:endParaRPr lang="en-GB"/>
          </a:p>
        </p:txBody>
      </p:sp>
      <p:cxnSp>
        <p:nvCxnSpPr>
          <p:cNvPr id="14" name="Straight Connector 13">
            <a:extLst>
              <a:ext uri="{FF2B5EF4-FFF2-40B4-BE49-F238E27FC236}">
                <a16:creationId xmlns:a16="http://schemas.microsoft.com/office/drawing/2014/main" id="{6C268C7D-D893-9E46-A02E-60F97CDC4BFC}"/>
              </a:ext>
            </a:extLst>
          </p:cNvPr>
          <p:cNvCxnSpPr>
            <a:cxnSpLocks/>
          </p:cNvCxnSpPr>
          <p:nvPr/>
        </p:nvCxnSpPr>
        <p:spPr>
          <a:xfrm>
            <a:off x="532606" y="905674"/>
            <a:ext cx="111267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966640E-ED6D-4396-92BE-F27C8092D56F}"/>
              </a:ext>
            </a:extLst>
          </p:cNvPr>
          <p:cNvSpPr>
            <a:spLocks noGrp="1"/>
          </p:cNvSpPr>
          <p:nvPr>
            <p:ph type="title"/>
          </p:nvPr>
        </p:nvSpPr>
        <p:spPr>
          <a:xfrm>
            <a:off x="5120938" y="913461"/>
            <a:ext cx="6531311" cy="612000"/>
          </a:xfrm>
        </p:spPr>
        <p:txBody>
          <a:bodyPr/>
          <a:lstStyle>
            <a:lvl1pPr>
              <a:defRPr>
                <a:solidFill>
                  <a:schemeClr val="tx1"/>
                </a:solidFill>
              </a:defRPr>
            </a:lvl1pPr>
          </a:lstStyle>
          <a:p>
            <a:r>
              <a:rPr lang="en-US"/>
              <a:t>Click to edit Master title style</a:t>
            </a:r>
            <a:endParaRPr lang="en-GB"/>
          </a:p>
        </p:txBody>
      </p:sp>
      <p:sp>
        <p:nvSpPr>
          <p:cNvPr id="15" name="Text Placeholder 4">
            <a:extLst>
              <a:ext uri="{FF2B5EF4-FFF2-40B4-BE49-F238E27FC236}">
                <a16:creationId xmlns:a16="http://schemas.microsoft.com/office/drawing/2014/main" id="{9EAB193E-F323-431F-A013-45E30797E444}"/>
              </a:ext>
            </a:extLst>
          </p:cNvPr>
          <p:cNvSpPr>
            <a:spLocks noGrp="1"/>
          </p:cNvSpPr>
          <p:nvPr>
            <p:ph type="body" sz="quarter" idx="12"/>
          </p:nvPr>
        </p:nvSpPr>
        <p:spPr>
          <a:xfrm>
            <a:off x="5120938" y="1557338"/>
            <a:ext cx="6538456" cy="468000"/>
          </a:xfrm>
        </p:spPr>
        <p:txBody>
          <a:bodyPr anchor="ctr" anchorCtr="0"/>
          <a:lstStyle>
            <a:lvl1pPr>
              <a:defRPr sz="2400">
                <a:solidFill>
                  <a:schemeClr val="tx1"/>
                </a:solidFill>
              </a:defRPr>
            </a:lvl1pPr>
          </a:lstStyle>
          <a:p>
            <a:pPr lvl="0"/>
            <a:r>
              <a:rPr lang="en-US"/>
              <a:t>Click to edit Master text styles</a:t>
            </a:r>
            <a:endParaRPr lang="en-GB"/>
          </a:p>
        </p:txBody>
      </p:sp>
      <p:sp>
        <p:nvSpPr>
          <p:cNvPr id="18" name="Text Placeholder 6">
            <a:extLst>
              <a:ext uri="{FF2B5EF4-FFF2-40B4-BE49-F238E27FC236}">
                <a16:creationId xmlns:a16="http://schemas.microsoft.com/office/drawing/2014/main" id="{C7DE95B8-0F2C-495C-9250-60BD6C3E4DB7}"/>
              </a:ext>
            </a:extLst>
          </p:cNvPr>
          <p:cNvSpPr>
            <a:spLocks noGrp="1"/>
          </p:cNvSpPr>
          <p:nvPr>
            <p:ph type="body" sz="quarter" idx="13"/>
          </p:nvPr>
        </p:nvSpPr>
        <p:spPr>
          <a:xfrm>
            <a:off x="5120142" y="2241550"/>
            <a:ext cx="6538456" cy="41751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Slide Number Placeholder 3">
            <a:extLst>
              <a:ext uri="{FF2B5EF4-FFF2-40B4-BE49-F238E27FC236}">
                <a16:creationId xmlns:a16="http://schemas.microsoft.com/office/drawing/2014/main" id="{634C1DD5-6615-4366-A16F-833F161D3B5F}"/>
              </a:ext>
            </a:extLst>
          </p:cNvPr>
          <p:cNvSpPr>
            <a:spLocks noGrp="1"/>
          </p:cNvSpPr>
          <p:nvPr>
            <p:ph type="sldNum" sz="quarter" idx="16"/>
          </p:nvPr>
        </p:nvSpPr>
        <p:spPr/>
        <p:txBody>
          <a:bodyPr/>
          <a:lstStyle/>
          <a:p>
            <a:fld id="{CBA6B877-E884-4B3C-897C-AE968F5FD979}" type="slidenum">
              <a:rPr lang="en-GB" smtClean="0"/>
              <a:pPr/>
              <a:t>‹#›</a:t>
            </a:fld>
            <a:endParaRPr lang="en-GB"/>
          </a:p>
        </p:txBody>
      </p:sp>
      <p:pic>
        <p:nvPicPr>
          <p:cNvPr id="9" name="Picture 8">
            <a:extLst>
              <a:ext uri="{FF2B5EF4-FFF2-40B4-BE49-F238E27FC236}">
                <a16:creationId xmlns:a16="http://schemas.microsoft.com/office/drawing/2014/main" id="{AD1E64CB-D3F3-46E2-AF61-F7FD81B76C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3848" y="451184"/>
            <a:ext cx="1760703" cy="227574"/>
          </a:xfrm>
          <a:prstGeom prst="rect">
            <a:avLst/>
          </a:prstGeom>
        </p:spPr>
      </p:pic>
    </p:spTree>
    <p:extLst>
      <p:ext uri="{BB962C8B-B14F-4D97-AF65-F5344CB8AC3E}">
        <p14:creationId xmlns:p14="http://schemas.microsoft.com/office/powerpoint/2010/main" val="29327287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_Indigo Content Pag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AA807-5C01-4F9E-B150-F27082ABFA94}"/>
              </a:ext>
            </a:extLst>
          </p:cNvPr>
          <p:cNvSpPr>
            <a:spLocks noGrp="1"/>
          </p:cNvSpPr>
          <p:nvPr>
            <p:ph type="pic" sz="quarter" idx="15"/>
          </p:nvPr>
        </p:nvSpPr>
        <p:spPr>
          <a:xfrm>
            <a:off x="7324725" y="0"/>
            <a:ext cx="4867275" cy="6858000"/>
          </a:xfrm>
        </p:spPr>
        <p:txBody>
          <a:bodyPr anchor="ctr"/>
          <a:lstStyle>
            <a:lvl1pPr algn="ctr">
              <a:defRPr>
                <a:solidFill>
                  <a:schemeClr val="tx1"/>
                </a:solidFill>
              </a:defRPr>
            </a:lvl1pPr>
          </a:lstStyle>
          <a:p>
            <a:endParaRPr lang="en-US"/>
          </a:p>
          <a:p>
            <a:endParaRPr lang="en-US"/>
          </a:p>
          <a:p>
            <a:r>
              <a:rPr lang="en-US"/>
              <a:t>Click icon to add picture</a:t>
            </a:r>
            <a:endParaRPr lang="en-GB"/>
          </a:p>
        </p:txBody>
      </p:sp>
      <p:cxnSp>
        <p:nvCxnSpPr>
          <p:cNvPr id="14" name="Straight Connector 13">
            <a:extLst>
              <a:ext uri="{FF2B5EF4-FFF2-40B4-BE49-F238E27FC236}">
                <a16:creationId xmlns:a16="http://schemas.microsoft.com/office/drawing/2014/main" id="{6C268C7D-D893-9E46-A02E-60F97CDC4BFC}"/>
              </a:ext>
            </a:extLst>
          </p:cNvPr>
          <p:cNvCxnSpPr>
            <a:cxnSpLocks/>
          </p:cNvCxnSpPr>
          <p:nvPr/>
        </p:nvCxnSpPr>
        <p:spPr>
          <a:xfrm>
            <a:off x="532606" y="905674"/>
            <a:ext cx="111267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966640E-ED6D-4396-92BE-F27C8092D56F}"/>
              </a:ext>
            </a:extLst>
          </p:cNvPr>
          <p:cNvSpPr>
            <a:spLocks noGrp="1"/>
          </p:cNvSpPr>
          <p:nvPr>
            <p:ph type="title"/>
          </p:nvPr>
        </p:nvSpPr>
        <p:spPr>
          <a:xfrm>
            <a:off x="531813" y="231905"/>
            <a:ext cx="6792912" cy="669600"/>
          </a:xfrm>
        </p:spPr>
        <p:txBody>
          <a:bodyPr/>
          <a:lstStyle>
            <a:lvl1pPr>
              <a:defRPr>
                <a:solidFill>
                  <a:schemeClr val="tx1"/>
                </a:solidFill>
              </a:defRPr>
            </a:lvl1pPr>
          </a:lstStyle>
          <a:p>
            <a:r>
              <a:rPr lang="en-US"/>
              <a:t>Click to edit Master title style</a:t>
            </a:r>
            <a:endParaRPr lang="en-GB"/>
          </a:p>
        </p:txBody>
      </p:sp>
      <p:sp>
        <p:nvSpPr>
          <p:cNvPr id="15" name="Text Placeholder 4">
            <a:extLst>
              <a:ext uri="{FF2B5EF4-FFF2-40B4-BE49-F238E27FC236}">
                <a16:creationId xmlns:a16="http://schemas.microsoft.com/office/drawing/2014/main" id="{9EAB193E-F323-431F-A013-45E30797E444}"/>
              </a:ext>
            </a:extLst>
          </p:cNvPr>
          <p:cNvSpPr>
            <a:spLocks noGrp="1"/>
          </p:cNvSpPr>
          <p:nvPr>
            <p:ph type="body" sz="quarter" idx="12"/>
          </p:nvPr>
        </p:nvSpPr>
        <p:spPr>
          <a:xfrm>
            <a:off x="534584" y="981075"/>
            <a:ext cx="6554788" cy="468000"/>
          </a:xfrm>
        </p:spPr>
        <p:txBody>
          <a:bodyPr anchor="ctr" anchorCtr="0"/>
          <a:lstStyle>
            <a:lvl1pPr>
              <a:defRPr sz="2400">
                <a:solidFill>
                  <a:schemeClr val="tx1"/>
                </a:solidFill>
              </a:defRPr>
            </a:lvl1pPr>
          </a:lstStyle>
          <a:p>
            <a:pPr lvl="0"/>
            <a:r>
              <a:rPr lang="en-US"/>
              <a:t>Click to edit Master text styles</a:t>
            </a:r>
            <a:endParaRPr lang="en-GB"/>
          </a:p>
        </p:txBody>
      </p:sp>
      <p:sp>
        <p:nvSpPr>
          <p:cNvPr id="18" name="Text Placeholder 6">
            <a:extLst>
              <a:ext uri="{FF2B5EF4-FFF2-40B4-BE49-F238E27FC236}">
                <a16:creationId xmlns:a16="http://schemas.microsoft.com/office/drawing/2014/main" id="{C7DE95B8-0F2C-495C-9250-60BD6C3E4DB7}"/>
              </a:ext>
            </a:extLst>
          </p:cNvPr>
          <p:cNvSpPr>
            <a:spLocks noGrp="1"/>
          </p:cNvSpPr>
          <p:nvPr>
            <p:ph type="body" sz="quarter" idx="13"/>
          </p:nvPr>
        </p:nvSpPr>
        <p:spPr>
          <a:xfrm>
            <a:off x="531812" y="1557338"/>
            <a:ext cx="6554788" cy="485933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Slide Number Placeholder 3">
            <a:extLst>
              <a:ext uri="{FF2B5EF4-FFF2-40B4-BE49-F238E27FC236}">
                <a16:creationId xmlns:a16="http://schemas.microsoft.com/office/drawing/2014/main" id="{1B891746-0B59-4A66-8436-D35EE8334635}"/>
              </a:ext>
            </a:extLst>
          </p:cNvPr>
          <p:cNvSpPr>
            <a:spLocks noGrp="1"/>
          </p:cNvSpPr>
          <p:nvPr>
            <p:ph type="sldNum" sz="quarter" idx="16"/>
          </p:nvPr>
        </p:nvSpPr>
        <p:spPr/>
        <p:txBody>
          <a:bodyPr/>
          <a:lstStyle>
            <a:lvl1pPr>
              <a:defRPr>
                <a:solidFill>
                  <a:schemeClr val="tx1"/>
                </a:solidFill>
              </a:defRPr>
            </a:lvl1pPr>
          </a:lstStyle>
          <a:p>
            <a:fld id="{CBA6B877-E884-4B3C-897C-AE968F5FD979}" type="slidenum">
              <a:rPr lang="en-GB" smtClean="0"/>
              <a:pPr/>
              <a:t>‹#›</a:t>
            </a:fld>
            <a:endParaRPr lang="en-GB"/>
          </a:p>
        </p:txBody>
      </p:sp>
      <p:pic>
        <p:nvPicPr>
          <p:cNvPr id="9" name="Picture 8">
            <a:extLst>
              <a:ext uri="{FF2B5EF4-FFF2-40B4-BE49-F238E27FC236}">
                <a16:creationId xmlns:a16="http://schemas.microsoft.com/office/drawing/2014/main" id="{928F60E8-1660-4A9E-9A1D-616715CAA19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3848" y="451184"/>
            <a:ext cx="1760703" cy="227574"/>
          </a:xfrm>
          <a:prstGeom prst="rect">
            <a:avLst/>
          </a:prstGeom>
        </p:spPr>
      </p:pic>
    </p:spTree>
    <p:extLst>
      <p:ext uri="{BB962C8B-B14F-4D97-AF65-F5344CB8AC3E}">
        <p14:creationId xmlns:p14="http://schemas.microsoft.com/office/powerpoint/2010/main" val="18385118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11E41"/>
        </a:solidFill>
        <a:effectLst/>
      </p:bgPr>
    </p:bg>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0488" y="0"/>
            <a:ext cx="12372975" cy="6855353"/>
          </a:xfrm>
          <a:prstGeom prst="rect">
            <a:avLst/>
          </a:prstGeom>
        </p:spPr>
      </p:pic>
      <p:cxnSp>
        <p:nvCxnSpPr>
          <p:cNvPr id="12" name="Straight Connector 11"/>
          <p:cNvCxnSpPr/>
          <p:nvPr userDrawn="1"/>
        </p:nvCxnSpPr>
        <p:spPr>
          <a:xfrm>
            <a:off x="0" y="921398"/>
            <a:ext cx="12192000" cy="27992"/>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9A5448F4-AE32-4D46-99D7-4F3AF73A69FC}"/>
              </a:ext>
            </a:extLst>
          </p:cNvPr>
          <p:cNvPicPr>
            <a:picLocks noChangeAspect="1"/>
          </p:cNvPicPr>
          <p:nvPr userDrawn="1"/>
        </p:nvPicPr>
        <p:blipFill>
          <a:blip r:embed="rId17" cstate="screen">
            <a:extLst>
              <a:ext uri="{28A0092B-C50C-407E-A947-70E740481C1C}">
                <a14:useLocalDpi xmlns:a14="http://schemas.microsoft.com/office/drawing/2010/main" val="0"/>
              </a:ext>
            </a:extLst>
          </a:blip>
          <a:srcRect/>
          <a:stretch/>
        </p:blipFill>
        <p:spPr>
          <a:xfrm>
            <a:off x="10187328" y="361964"/>
            <a:ext cx="1773159" cy="229183"/>
          </a:xfrm>
          <a:prstGeom prst="rect">
            <a:avLst/>
          </a:prstGeom>
        </p:spPr>
      </p:pic>
      <p:grpSp>
        <p:nvGrpSpPr>
          <p:cNvPr id="23" name="Group 22"/>
          <p:cNvGrpSpPr/>
          <p:nvPr userDrawn="1"/>
        </p:nvGrpSpPr>
        <p:grpSpPr>
          <a:xfrm>
            <a:off x="10169010" y="6182231"/>
            <a:ext cx="1909696" cy="538434"/>
            <a:chOff x="10235685" y="60648"/>
            <a:chExt cx="1909696" cy="538434"/>
          </a:xfrm>
        </p:grpSpPr>
        <p:pic>
          <p:nvPicPr>
            <p:cNvPr id="15" name="Picture 14" descr="A picture containing arrow&#10;&#10;Description automatically generated">
              <a:extLst>
                <a:ext uri="{FF2B5EF4-FFF2-40B4-BE49-F238E27FC236}">
                  <a16:creationId xmlns:a16="http://schemas.microsoft.com/office/drawing/2014/main" id="{69379CB8-AB8C-432D-AF4D-29632ABA5C31}"/>
                </a:ext>
              </a:extLst>
            </p:cNvPr>
            <p:cNvPicPr>
              <a:picLocks noChangeAspect="1"/>
            </p:cNvPicPr>
            <p:nvPr userDrawn="1"/>
          </p:nvPicPr>
          <p:blipFill rotWithShape="1">
            <a:blip r:embed="rId18" cstate="print">
              <a:extLst>
                <a:ext uri="{28A0092B-C50C-407E-A947-70E740481C1C}">
                  <a14:useLocalDpi xmlns:a14="http://schemas.microsoft.com/office/drawing/2010/main" val="0"/>
                </a:ext>
              </a:extLst>
            </a:blip>
            <a:srcRect l="24342" t="25759" r="19966" b="25191"/>
            <a:stretch/>
          </p:blipFill>
          <p:spPr>
            <a:xfrm>
              <a:off x="11504650" y="60648"/>
              <a:ext cx="499731" cy="442164"/>
            </a:xfrm>
            <a:prstGeom prst="rect">
              <a:avLst/>
            </a:prstGeom>
          </p:spPr>
        </p:pic>
        <p:sp>
          <p:nvSpPr>
            <p:cNvPr id="16" name="TextBox 15"/>
            <p:cNvSpPr txBox="1"/>
            <p:nvPr userDrawn="1"/>
          </p:nvSpPr>
          <p:spPr>
            <a:xfrm>
              <a:off x="10235685" y="158620"/>
              <a:ext cx="1791477" cy="246221"/>
            </a:xfrm>
            <a:prstGeom prst="rect">
              <a:avLst/>
            </a:prstGeom>
            <a:noFill/>
          </p:spPr>
          <p:txBody>
            <a:bodyPr wrap="square" rtlCol="0">
              <a:spAutoFit/>
            </a:bodyPr>
            <a:lstStyle/>
            <a:p>
              <a:r>
                <a:rPr lang="en-GB" sz="1000" b="1" i="1">
                  <a:solidFill>
                    <a:schemeClr val="bg1"/>
                  </a:solidFill>
                  <a:latin typeface="Trebuchet MS" panose="020B0603020202020204" pitchFamily="34" charset="0"/>
                </a:rPr>
                <a:t>Continuous</a:t>
              </a:r>
              <a:r>
                <a:rPr lang="en-GB" sz="1000" b="1" i="1" baseline="0">
                  <a:solidFill>
                    <a:schemeClr val="bg1"/>
                  </a:solidFill>
                  <a:latin typeface="Trebuchet MS" panose="020B0603020202020204" pitchFamily="34" charset="0"/>
                </a:rPr>
                <a:t> Improvement</a:t>
              </a:r>
              <a:endParaRPr lang="en-GB" sz="1000" b="1" i="1">
                <a:solidFill>
                  <a:schemeClr val="bg1"/>
                </a:solidFill>
                <a:latin typeface="Trebuchet MS" panose="020B0603020202020204" pitchFamily="34" charset="0"/>
              </a:endParaRPr>
            </a:p>
          </p:txBody>
        </p:sp>
        <p:sp>
          <p:nvSpPr>
            <p:cNvPr id="19" name="Freeform 18"/>
            <p:cNvSpPr>
              <a:spLocks noChangeAspect="1"/>
            </p:cNvSpPr>
            <p:nvPr userDrawn="1"/>
          </p:nvSpPr>
          <p:spPr>
            <a:xfrm>
              <a:off x="11863381" y="308571"/>
              <a:ext cx="282000" cy="290511"/>
            </a:xfrm>
            <a:custGeom>
              <a:avLst/>
              <a:gdLst>
                <a:gd name="connsiteX0" fmla="*/ 0 w 1181100"/>
                <a:gd name="connsiteY0" fmla="*/ 0 h 1226343"/>
                <a:gd name="connsiteX1" fmla="*/ 1181100 w 1181100"/>
                <a:gd name="connsiteY1" fmla="*/ 364331 h 1226343"/>
                <a:gd name="connsiteX2" fmla="*/ 1131094 w 1181100"/>
                <a:gd name="connsiteY2" fmla="*/ 1226343 h 1226343"/>
                <a:gd name="connsiteX3" fmla="*/ 92869 w 1181100"/>
                <a:gd name="connsiteY3" fmla="*/ 1026318 h 1226343"/>
                <a:gd name="connsiteX4" fmla="*/ 0 w 1181100"/>
                <a:gd name="connsiteY4" fmla="*/ 0 h 1226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100" h="1226343">
                  <a:moveTo>
                    <a:pt x="0" y="0"/>
                  </a:moveTo>
                  <a:lnTo>
                    <a:pt x="1181100" y="364331"/>
                  </a:lnTo>
                  <a:lnTo>
                    <a:pt x="1131094" y="1226343"/>
                  </a:lnTo>
                  <a:lnTo>
                    <a:pt x="92869" y="1026318"/>
                  </a:lnTo>
                  <a:lnTo>
                    <a:pt x="0" y="0"/>
                  </a:lnTo>
                  <a:close/>
                </a:path>
              </a:pathLst>
            </a:custGeom>
            <a:solidFill>
              <a:srgbClr val="007AB6"/>
            </a:solidFill>
            <a:ln>
              <a:solidFill>
                <a:srgbClr val="007A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759004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video" Target="https://kfplc-my.sharepoint.com/personal/james_orabona_b-and-q_co_uk/_layouts/15/stream.aspx?id=/personal/james_orabona_b-and-q_co_uk/Documents/My%20Stuff/CI/Training%20Materials/Seven%20Wastes.mp4&amp;referrer=StreamWebApp.Web&amp;referrerScenario=AddressBarCopied.view.4fdcd363-0b59-4d12-a459-d9a3e95dcca2"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1.jpeg"/><Relationship Id="rId7" Type="http://schemas.openxmlformats.org/officeDocument/2006/relationships/image" Target="../media/image14.jpeg"/><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10" Type="http://schemas.openxmlformats.org/officeDocument/2006/relationships/image" Target="../media/image17.jpeg"/><Relationship Id="rId4" Type="http://schemas.openxmlformats.org/officeDocument/2006/relationships/hyperlink" Target="https://pxhere.com/en/photo/1455413" TargetMode="External"/><Relationship Id="rId9" Type="http://schemas.openxmlformats.org/officeDocument/2006/relationships/image" Target="../media/image16.jpeg"/></Relationships>
</file>

<file path=ppt/slides/_rels/slide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2.xml"/><Relationship Id="rId1" Type="http://schemas.openxmlformats.org/officeDocument/2006/relationships/video" Target="https://www.youtube.com/embed/i3sUpnBZxoo?feature=oembe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slideLayout" Target="../slideLayouts/slideLayout2.xml"/><Relationship Id="rId1" Type="http://schemas.openxmlformats.org/officeDocument/2006/relationships/video" Target="https://www.youtube.com/embed/_Od-w_bP6kU?feature=oembed"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3.sv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svg"/><Relationship Id="rId4" Type="http://schemas.openxmlformats.org/officeDocument/2006/relationships/image" Target="../media/image31.svg"/><Relationship Id="rId9"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a:extLst>
              <a:ext uri="{FF2B5EF4-FFF2-40B4-BE49-F238E27FC236}">
                <a16:creationId xmlns:a16="http://schemas.microsoft.com/office/drawing/2014/main" id="{18C3B1F1-2613-4F59-826E-DD21AEDD76B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428"/>
            <a:ext cx="12192000" cy="6854572"/>
          </a:xfrm>
          <a:prstGeom prst="rect">
            <a:avLst/>
          </a:prstGeom>
        </p:spPr>
      </p:pic>
      <p:sp>
        <p:nvSpPr>
          <p:cNvPr id="5" name="Subtitle 1">
            <a:extLst>
              <a:ext uri="{FF2B5EF4-FFF2-40B4-BE49-F238E27FC236}">
                <a16:creationId xmlns:a16="http://schemas.microsoft.com/office/drawing/2014/main" id="{050702E3-3ABB-4F10-B330-6366B66CF3F4}"/>
              </a:ext>
            </a:extLst>
          </p:cNvPr>
          <p:cNvSpPr txBox="1">
            <a:spLocks/>
          </p:cNvSpPr>
          <p:nvPr/>
        </p:nvSpPr>
        <p:spPr>
          <a:xfrm>
            <a:off x="1713000" y="4078234"/>
            <a:ext cx="8766000" cy="5148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3600" b="1" i="1" noProof="0">
                <a:solidFill>
                  <a:schemeClr val="bg1"/>
                </a:solidFill>
                <a:latin typeface="Trebuchet MS" panose="020B0603020202020204" pitchFamily="34" charset="0"/>
              </a:rPr>
              <a:t>At the heart of British supply chains</a:t>
            </a:r>
          </a:p>
        </p:txBody>
      </p:sp>
    </p:spTree>
    <p:extLst>
      <p:ext uri="{BB962C8B-B14F-4D97-AF65-F5344CB8AC3E}">
        <p14:creationId xmlns:p14="http://schemas.microsoft.com/office/powerpoint/2010/main" val="2619639207"/>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28007" y="2119783"/>
            <a:ext cx="6096000" cy="2400657"/>
          </a:xfrm>
          <a:prstGeom prst="rect">
            <a:avLst/>
          </a:prstGeom>
        </p:spPr>
        <p:txBody>
          <a:bodyPr>
            <a:spAutoFit/>
          </a:bodyPr>
          <a:lstStyle/>
          <a:p>
            <a:pPr marL="342900" indent="-342900">
              <a:lnSpc>
                <a:spcPct val="150000"/>
              </a:lnSpc>
              <a:buFont typeface="Wingdings" panose="05000000000000000000" pitchFamily="2" charset="2"/>
              <a:buChar char="§"/>
            </a:pPr>
            <a:r>
              <a:rPr lang="en-GB" sz="2000" noProof="0">
                <a:solidFill>
                  <a:schemeClr val="bg1"/>
                </a:solidFill>
                <a:latin typeface="Trebuchet MS" panose="020B0603020202020204" pitchFamily="34" charset="0"/>
              </a:rPr>
              <a:t>What is a Gemba Walk?</a:t>
            </a:r>
          </a:p>
          <a:p>
            <a:pPr marL="342900" indent="-342900">
              <a:lnSpc>
                <a:spcPct val="150000"/>
              </a:lnSpc>
              <a:buFont typeface="Wingdings" panose="05000000000000000000" pitchFamily="2" charset="2"/>
              <a:buChar char="§"/>
            </a:pPr>
            <a:r>
              <a:rPr lang="en-GB" sz="2000" noProof="0">
                <a:solidFill>
                  <a:schemeClr val="bg1"/>
                </a:solidFill>
                <a:latin typeface="Trebuchet MS" panose="020B0603020202020204" pitchFamily="34" charset="0"/>
              </a:rPr>
              <a:t>Tools to help identify waste within processes</a:t>
            </a:r>
          </a:p>
          <a:p>
            <a:pPr marL="342900" indent="-342900">
              <a:lnSpc>
                <a:spcPct val="150000"/>
              </a:lnSpc>
              <a:buFont typeface="Wingdings" panose="05000000000000000000" pitchFamily="2" charset="2"/>
              <a:buChar char="§"/>
            </a:pPr>
            <a:r>
              <a:rPr lang="en-GB" sz="2000" noProof="0">
                <a:solidFill>
                  <a:schemeClr val="bg1"/>
                </a:solidFill>
                <a:latin typeface="Trebuchet MS" panose="020B0603020202020204" pitchFamily="34" charset="0"/>
              </a:rPr>
              <a:t>The Gemba Walk process</a:t>
            </a:r>
          </a:p>
          <a:p>
            <a:pPr marL="342900" indent="-342900">
              <a:lnSpc>
                <a:spcPct val="150000"/>
              </a:lnSpc>
              <a:buFont typeface="Wingdings" panose="05000000000000000000" pitchFamily="2" charset="2"/>
              <a:buChar char="§"/>
            </a:pPr>
            <a:r>
              <a:rPr lang="en-GB" sz="2000" noProof="0">
                <a:solidFill>
                  <a:schemeClr val="bg1"/>
                </a:solidFill>
                <a:latin typeface="Trebuchet MS" panose="020B0603020202020204" pitchFamily="34" charset="0"/>
              </a:rPr>
              <a:t>Live Gemba Walk </a:t>
            </a:r>
          </a:p>
          <a:p>
            <a:pPr marL="342900" indent="-342900">
              <a:lnSpc>
                <a:spcPct val="150000"/>
              </a:lnSpc>
              <a:buFont typeface="Wingdings" panose="05000000000000000000" pitchFamily="2" charset="2"/>
              <a:buChar char="§"/>
            </a:pPr>
            <a:r>
              <a:rPr lang="en-GB" sz="2000" noProof="0">
                <a:solidFill>
                  <a:schemeClr val="bg1"/>
                </a:solidFill>
                <a:latin typeface="Trebuchet MS" panose="020B0603020202020204" pitchFamily="34" charset="0"/>
              </a:rPr>
              <a:t>Feedback from the Gemba Walk and wrap </a:t>
            </a:r>
            <a:r>
              <a:rPr lang="en-GB" sz="2000">
                <a:solidFill>
                  <a:schemeClr val="bg1"/>
                </a:solidFill>
                <a:latin typeface="Trebuchet MS" panose="020B0603020202020204" pitchFamily="34" charset="0"/>
              </a:rPr>
              <a:t>u</a:t>
            </a:r>
            <a:r>
              <a:rPr lang="en-GB" sz="2000" noProof="0">
                <a:solidFill>
                  <a:schemeClr val="bg1"/>
                </a:solidFill>
                <a:latin typeface="Trebuchet MS" panose="020B0603020202020204" pitchFamily="34" charset="0"/>
              </a:rPr>
              <a:t>p</a:t>
            </a:r>
          </a:p>
        </p:txBody>
      </p:sp>
      <p:sp>
        <p:nvSpPr>
          <p:cNvPr id="5" name="Text Placeholder 17">
            <a:extLst>
              <a:ext uri="{FF2B5EF4-FFF2-40B4-BE49-F238E27FC236}">
                <a16:creationId xmlns:a16="http://schemas.microsoft.com/office/drawing/2014/main" id="{BC4B835A-E381-4B2B-A6C5-A406B523F441}"/>
              </a:ext>
            </a:extLst>
          </p:cNvPr>
          <p:cNvSpPr txBox="1">
            <a:spLocks/>
          </p:cNvSpPr>
          <p:nvPr/>
        </p:nvSpPr>
        <p:spPr>
          <a:xfrm>
            <a:off x="569219" y="1421650"/>
            <a:ext cx="6554788" cy="468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i="1" noProof="0">
                <a:solidFill>
                  <a:schemeClr val="bg1"/>
                </a:solidFill>
                <a:latin typeface="Trebuchet MS" panose="020B0603020202020204" pitchFamily="34" charset="0"/>
              </a:rPr>
              <a:t>What is expected from this training?</a:t>
            </a:r>
          </a:p>
        </p:txBody>
      </p:sp>
      <p:sp>
        <p:nvSpPr>
          <p:cNvPr id="6" name="Title 3">
            <a:extLst>
              <a:ext uri="{FF2B5EF4-FFF2-40B4-BE49-F238E27FC236}">
                <a16:creationId xmlns:a16="http://schemas.microsoft.com/office/drawing/2014/main" id="{57F77239-9F20-582D-3830-E0304238F54B}"/>
              </a:ext>
            </a:extLst>
          </p:cNvPr>
          <p:cNvSpPr>
            <a:spLocks noGrp="1"/>
          </p:cNvSpPr>
          <p:nvPr>
            <p:ph type="title"/>
          </p:nvPr>
        </p:nvSpPr>
        <p:spPr>
          <a:xfrm>
            <a:off x="231995" y="165404"/>
            <a:ext cx="8817446" cy="669600"/>
          </a:xfrm>
        </p:spPr>
        <p:txBody>
          <a:bodyPr/>
          <a:lstStyle/>
          <a:p>
            <a:r>
              <a:rPr lang="en-GB" noProof="0">
                <a:solidFill>
                  <a:schemeClr val="bg1"/>
                </a:solidFill>
                <a:latin typeface="Trebuchet MS" panose="020B0603020202020204" pitchFamily="34" charset="0"/>
              </a:rPr>
              <a:t>The basics of Gemba Walks</a:t>
            </a:r>
          </a:p>
        </p:txBody>
      </p:sp>
    </p:spTree>
    <p:extLst>
      <p:ext uri="{BB962C8B-B14F-4D97-AF65-F5344CB8AC3E}">
        <p14:creationId xmlns:p14="http://schemas.microsoft.com/office/powerpoint/2010/main" val="3126477810"/>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2000"/>
                            </p:stCondLst>
                            <p:childTnLst>
                              <p:par>
                                <p:cTn id="9" presetID="10" presetClass="entr" presetSubtype="0" fill="hold" grpId="0" nodeType="afterEffect">
                                  <p:stCondLst>
                                    <p:cond delay="0"/>
                                  </p:stCondLst>
                                  <p:iterate type="lt">
                                    <p:tmPct val="10000"/>
                                  </p:iterate>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8" descr="City lights focused in magnifying glass">
            <a:extLst>
              <a:ext uri="{FF2B5EF4-FFF2-40B4-BE49-F238E27FC236}">
                <a16:creationId xmlns:a16="http://schemas.microsoft.com/office/drawing/2014/main" id="{EAFF343E-0DF7-45AD-B646-17E270FC6AA9}"/>
              </a:ext>
            </a:extLst>
          </p:cNvPr>
          <p:cNvPicPr>
            <a:picLocks noChangeAspect="1"/>
          </p:cNvPicPr>
          <p:nvPr/>
        </p:nvPicPr>
        <p:blipFill>
          <a:blip r:embed="rId2" cstate="print">
            <a:extLst>
              <a:ext uri="{28A0092B-C50C-407E-A947-70E740481C1C}">
                <a14:useLocalDpi xmlns:a14="http://schemas.microsoft.com/office/drawing/2010/main" val="0"/>
              </a:ext>
            </a:extLst>
          </a:blip>
          <a:srcRect l="15289" r="15289"/>
          <a:stretch/>
        </p:blipFill>
        <p:spPr>
          <a:xfrm>
            <a:off x="648191" y="1219011"/>
            <a:ext cx="5564188" cy="5342037"/>
          </a:xfrm>
          <a:prstGeom prst="rect">
            <a:avLst/>
          </a:prstGeom>
          <a:ln>
            <a:noFill/>
          </a:ln>
          <a:effectLst>
            <a:softEdge rad="112500"/>
          </a:effectLst>
        </p:spPr>
      </p:pic>
      <p:sp>
        <p:nvSpPr>
          <p:cNvPr id="5" name="Text Placeholder 17">
            <a:extLst>
              <a:ext uri="{FF2B5EF4-FFF2-40B4-BE49-F238E27FC236}">
                <a16:creationId xmlns:a16="http://schemas.microsoft.com/office/drawing/2014/main" id="{AF7DA649-9175-4360-B9A7-DA10F564ACA0}"/>
              </a:ext>
            </a:extLst>
          </p:cNvPr>
          <p:cNvSpPr txBox="1">
            <a:spLocks/>
          </p:cNvSpPr>
          <p:nvPr/>
        </p:nvSpPr>
        <p:spPr>
          <a:xfrm>
            <a:off x="6880646" y="1699262"/>
            <a:ext cx="4771604" cy="468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6600" noProof="0" err="1">
                <a:solidFill>
                  <a:schemeClr val="bg1"/>
                </a:solidFill>
                <a:latin typeface="Trebuchet MS" panose="020B0603020202020204" pitchFamily="34" charset="0"/>
              </a:rPr>
              <a:t>現場</a:t>
            </a:r>
            <a:endParaRPr lang="en-GB" sz="3200" b="1" noProof="0">
              <a:solidFill>
                <a:schemeClr val="bg1"/>
              </a:solidFill>
              <a:latin typeface="Trebuchet MS" panose="020B0603020202020204" pitchFamily="34" charset="0"/>
            </a:endParaRPr>
          </a:p>
        </p:txBody>
      </p:sp>
      <p:sp>
        <p:nvSpPr>
          <p:cNvPr id="6" name="Text Placeholder 4">
            <a:extLst>
              <a:ext uri="{FF2B5EF4-FFF2-40B4-BE49-F238E27FC236}">
                <a16:creationId xmlns:a16="http://schemas.microsoft.com/office/drawing/2014/main" id="{1E42A400-4698-A331-AE30-A47E8979A6CF}"/>
              </a:ext>
            </a:extLst>
          </p:cNvPr>
          <p:cNvSpPr txBox="1">
            <a:spLocks/>
          </p:cNvSpPr>
          <p:nvPr/>
        </p:nvSpPr>
        <p:spPr>
          <a:xfrm>
            <a:off x="6435850" y="2563625"/>
            <a:ext cx="5216400" cy="38530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noProof="0">
              <a:solidFill>
                <a:schemeClr val="bg1"/>
              </a:solidFill>
              <a:latin typeface="Trebuchet MS" panose="020B0603020202020204" pitchFamily="34" charset="0"/>
            </a:endParaRPr>
          </a:p>
          <a:p>
            <a:r>
              <a:rPr lang="en-GB" sz="2000" i="1" noProof="0">
                <a:solidFill>
                  <a:schemeClr val="bg1"/>
                </a:solidFill>
                <a:latin typeface="Trebuchet MS" panose="020B0603020202020204" pitchFamily="34" charset="0"/>
              </a:rPr>
              <a:t>“Go to where the action is and look through Lean Eyes”</a:t>
            </a:r>
          </a:p>
          <a:p>
            <a:endParaRPr lang="en-GB" sz="2000" noProof="0">
              <a:solidFill>
                <a:schemeClr val="bg1"/>
              </a:solidFill>
              <a:latin typeface="Trebuchet MS" panose="020B0603020202020204" pitchFamily="34" charset="0"/>
            </a:endParaRPr>
          </a:p>
          <a:p>
            <a:r>
              <a:rPr lang="en-GB" sz="2000" noProof="0">
                <a:solidFill>
                  <a:schemeClr val="bg1"/>
                </a:solidFill>
                <a:latin typeface="Trebuchet MS" panose="020B0603020202020204" pitchFamily="34" charset="0"/>
              </a:rPr>
              <a:t>Developed by Taiichi Ohno, the father of Just in Time production</a:t>
            </a:r>
          </a:p>
          <a:p>
            <a:endParaRPr lang="en-GB" noProof="0">
              <a:solidFill>
                <a:schemeClr val="bg1"/>
              </a:solidFill>
              <a:latin typeface="Trebuchet MS" panose="020B0603020202020204" pitchFamily="34" charset="0"/>
            </a:endParaRPr>
          </a:p>
        </p:txBody>
      </p:sp>
      <p:sp>
        <p:nvSpPr>
          <p:cNvPr id="9" name="Rectangle 1"/>
          <p:cNvSpPr>
            <a:spLocks noChangeArrowheads="1"/>
          </p:cNvSpPr>
          <p:nvPr/>
        </p:nvSpPr>
        <p:spPr bwMode="auto">
          <a:xfrm>
            <a:off x="-374073" y="169422"/>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a:ln>
                <a:noFill/>
              </a:ln>
              <a:solidFill>
                <a:schemeClr val="bg1"/>
              </a:solidFill>
              <a:effectLst/>
              <a:latin typeface="Trebuchet MS" panose="020B0603020202020204" pitchFamily="34" charset="0"/>
            </a:endParaRPr>
          </a:p>
        </p:txBody>
      </p:sp>
      <p:sp>
        <p:nvSpPr>
          <p:cNvPr id="10" name="Rectangle 9"/>
          <p:cNvSpPr/>
          <p:nvPr/>
        </p:nvSpPr>
        <p:spPr>
          <a:xfrm>
            <a:off x="8821306" y="1982596"/>
            <a:ext cx="2563009" cy="523220"/>
          </a:xfrm>
          <a:prstGeom prst="rect">
            <a:avLst/>
          </a:prstGeom>
        </p:spPr>
        <p:txBody>
          <a:bodyPr wrap="none">
            <a:spAutoFit/>
          </a:bodyPr>
          <a:lstStyle/>
          <a:p>
            <a:r>
              <a:rPr lang="en-GB" sz="2800" b="1" noProof="0">
                <a:solidFill>
                  <a:schemeClr val="bg1"/>
                </a:solidFill>
                <a:latin typeface="Trebuchet MS" panose="020B0603020202020204" pitchFamily="34" charset="0"/>
              </a:rPr>
              <a:t>= Gemba Walk</a:t>
            </a:r>
            <a:endParaRPr lang="en-GB" sz="2800" noProof="0"/>
          </a:p>
        </p:txBody>
      </p:sp>
      <p:sp>
        <p:nvSpPr>
          <p:cNvPr id="11" name="Title 16">
            <a:extLst>
              <a:ext uri="{FF2B5EF4-FFF2-40B4-BE49-F238E27FC236}">
                <a16:creationId xmlns:a16="http://schemas.microsoft.com/office/drawing/2014/main" id="{154DFD48-658F-4513-9C42-04225BCA29EA}"/>
              </a:ext>
            </a:extLst>
          </p:cNvPr>
          <p:cNvSpPr>
            <a:spLocks noGrp="1"/>
          </p:cNvSpPr>
          <p:nvPr>
            <p:ph type="title"/>
          </p:nvPr>
        </p:nvSpPr>
        <p:spPr>
          <a:xfrm>
            <a:off x="531813" y="231905"/>
            <a:ext cx="8817446" cy="669600"/>
          </a:xfrm>
        </p:spPr>
        <p:txBody>
          <a:bodyPr/>
          <a:lstStyle/>
          <a:p>
            <a:r>
              <a:rPr lang="en-GB" noProof="0">
                <a:solidFill>
                  <a:schemeClr val="bg1"/>
                </a:solidFill>
                <a:latin typeface="Trebuchet MS" panose="020B0603020202020204" pitchFamily="34" charset="0"/>
              </a:rPr>
              <a:t>What are Gemba Walks?</a:t>
            </a:r>
          </a:p>
        </p:txBody>
      </p:sp>
    </p:spTree>
    <p:extLst>
      <p:ext uri="{BB962C8B-B14F-4D97-AF65-F5344CB8AC3E}">
        <p14:creationId xmlns:p14="http://schemas.microsoft.com/office/powerpoint/2010/main" val="1394854364"/>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lt">
                                    <p:tmPct val="10000"/>
                                  </p:iterate>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8" descr="Close up of pushpins on roadmap route">
            <a:extLst>
              <a:ext uri="{FF2B5EF4-FFF2-40B4-BE49-F238E27FC236}">
                <a16:creationId xmlns:a16="http://schemas.microsoft.com/office/drawing/2014/main" id="{EAFF343E-0DF7-45AD-B646-17E270FC6AA9}"/>
              </a:ext>
            </a:extLst>
          </p:cNvPr>
          <p:cNvPicPr>
            <a:picLocks noChangeAspect="1"/>
          </p:cNvPicPr>
          <p:nvPr/>
        </p:nvPicPr>
        <p:blipFill>
          <a:blip r:embed="rId2" cstate="print">
            <a:extLst>
              <a:ext uri="{28A0092B-C50C-407E-A947-70E740481C1C}">
                <a14:useLocalDpi xmlns:a14="http://schemas.microsoft.com/office/drawing/2010/main" val="0"/>
              </a:ext>
            </a:extLst>
          </a:blip>
          <a:srcRect l="15369" r="15369"/>
          <a:stretch/>
        </p:blipFill>
        <p:spPr>
          <a:xfrm>
            <a:off x="531813" y="1069382"/>
            <a:ext cx="5564188" cy="5342037"/>
          </a:xfrm>
          <a:prstGeom prst="rect">
            <a:avLst/>
          </a:prstGeom>
          <a:ln>
            <a:noFill/>
          </a:ln>
          <a:effectLst>
            <a:softEdge rad="112500"/>
          </a:effectLst>
        </p:spPr>
      </p:pic>
      <p:sp>
        <p:nvSpPr>
          <p:cNvPr id="5" name="Text Placeholder 4">
            <a:extLst>
              <a:ext uri="{FF2B5EF4-FFF2-40B4-BE49-F238E27FC236}">
                <a16:creationId xmlns:a16="http://schemas.microsoft.com/office/drawing/2014/main" id="{1E42A400-4698-A331-AE30-A47E8979A6CF}"/>
              </a:ext>
            </a:extLst>
          </p:cNvPr>
          <p:cNvSpPr txBox="1">
            <a:spLocks/>
          </p:cNvSpPr>
          <p:nvPr/>
        </p:nvSpPr>
        <p:spPr>
          <a:xfrm>
            <a:off x="6377661" y="1904803"/>
            <a:ext cx="5216400" cy="3683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b="1" noProof="0">
                <a:solidFill>
                  <a:schemeClr val="bg1"/>
                </a:solidFill>
              </a:rPr>
              <a:t>Including:</a:t>
            </a:r>
          </a:p>
        </p:txBody>
      </p:sp>
      <p:sp>
        <p:nvSpPr>
          <p:cNvPr id="6" name="Text Placeholder 2">
            <a:extLst>
              <a:ext uri="{FF2B5EF4-FFF2-40B4-BE49-F238E27FC236}">
                <a16:creationId xmlns:a16="http://schemas.microsoft.com/office/drawing/2014/main" id="{FB4AE4ED-6A08-A775-A9E5-69054DCB8181}"/>
              </a:ext>
            </a:extLst>
          </p:cNvPr>
          <p:cNvSpPr txBox="1">
            <a:spLocks/>
          </p:cNvSpPr>
          <p:nvPr/>
        </p:nvSpPr>
        <p:spPr>
          <a:xfrm>
            <a:off x="6310783" y="1162465"/>
            <a:ext cx="5216400" cy="468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4000" b="1" noProof="0">
                <a:solidFill>
                  <a:srgbClr val="F9B000"/>
                </a:solidFill>
              </a:rPr>
              <a:t>Everywhere!</a:t>
            </a:r>
            <a:endParaRPr lang="en-GB" b="1" noProof="0">
              <a:solidFill>
                <a:srgbClr val="F9B000"/>
              </a:solidFill>
            </a:endParaRPr>
          </a:p>
        </p:txBody>
      </p:sp>
      <p:sp>
        <p:nvSpPr>
          <p:cNvPr id="7" name="Title 16">
            <a:extLst>
              <a:ext uri="{FF2B5EF4-FFF2-40B4-BE49-F238E27FC236}">
                <a16:creationId xmlns:a16="http://schemas.microsoft.com/office/drawing/2014/main" id="{154DFD48-658F-4513-9C42-04225BCA29EA}"/>
              </a:ext>
            </a:extLst>
          </p:cNvPr>
          <p:cNvSpPr>
            <a:spLocks noGrp="1"/>
          </p:cNvSpPr>
          <p:nvPr>
            <p:ph type="title"/>
          </p:nvPr>
        </p:nvSpPr>
        <p:spPr>
          <a:xfrm>
            <a:off x="531813" y="231905"/>
            <a:ext cx="8817446" cy="669600"/>
          </a:xfrm>
        </p:spPr>
        <p:txBody>
          <a:bodyPr/>
          <a:lstStyle/>
          <a:p>
            <a:r>
              <a:rPr lang="en-GB" noProof="0">
                <a:solidFill>
                  <a:schemeClr val="bg1"/>
                </a:solidFill>
                <a:latin typeface="Trebuchet MS" panose="020B0603020202020204" pitchFamily="34" charset="0"/>
              </a:rPr>
              <a:t>Where to do a Gemba Walk?</a:t>
            </a:r>
          </a:p>
        </p:txBody>
      </p:sp>
      <p:sp>
        <p:nvSpPr>
          <p:cNvPr id="2" name="TextBox 1">
            <a:extLst>
              <a:ext uri="{FF2B5EF4-FFF2-40B4-BE49-F238E27FC236}">
                <a16:creationId xmlns:a16="http://schemas.microsoft.com/office/drawing/2014/main" id="{1E001498-F5B5-06F6-595C-31084724D781}"/>
              </a:ext>
            </a:extLst>
          </p:cNvPr>
          <p:cNvSpPr txBox="1"/>
          <p:nvPr/>
        </p:nvSpPr>
        <p:spPr>
          <a:xfrm>
            <a:off x="6547525" y="2547519"/>
            <a:ext cx="4742915" cy="2585323"/>
          </a:xfrm>
          <a:prstGeom prst="rect">
            <a:avLst/>
          </a:prstGeom>
          <a:noFill/>
        </p:spPr>
        <p:txBody>
          <a:bodyPr wrap="square" rtlCol="0">
            <a:spAutoFit/>
          </a:bodyPr>
          <a:lstStyle/>
          <a:p>
            <a:pPr marL="342900" indent="-342900">
              <a:buFont typeface="Wingdings" panose="05000000000000000000" pitchFamily="2" charset="2"/>
              <a:buChar char="§"/>
            </a:pPr>
            <a:r>
              <a:rPr lang="en-GB" sz="1800" noProof="0">
                <a:solidFill>
                  <a:schemeClr val="bg1"/>
                </a:solidFill>
              </a:rPr>
              <a:t>Goods In</a:t>
            </a:r>
          </a:p>
          <a:p>
            <a:pPr marL="342900" indent="-342900">
              <a:buFont typeface="Wingdings" panose="05000000000000000000" pitchFamily="2" charset="2"/>
              <a:buChar char="§"/>
            </a:pPr>
            <a:r>
              <a:rPr lang="en-GB" sz="1800" noProof="0">
                <a:solidFill>
                  <a:schemeClr val="bg1"/>
                </a:solidFill>
              </a:rPr>
              <a:t>Decant</a:t>
            </a:r>
          </a:p>
          <a:p>
            <a:pPr marL="342900" indent="-342900">
              <a:buFont typeface="Wingdings" panose="05000000000000000000" pitchFamily="2" charset="2"/>
              <a:buChar char="§"/>
            </a:pPr>
            <a:r>
              <a:rPr lang="en-GB" sz="1800" noProof="0">
                <a:solidFill>
                  <a:schemeClr val="bg1"/>
                </a:solidFill>
              </a:rPr>
              <a:t>Replenishment/Tramming</a:t>
            </a:r>
          </a:p>
          <a:p>
            <a:pPr marL="342900" indent="-342900">
              <a:buFont typeface="Wingdings" panose="05000000000000000000" pitchFamily="2" charset="2"/>
              <a:buChar char="§"/>
            </a:pPr>
            <a:r>
              <a:rPr lang="en-GB" sz="1800" noProof="0">
                <a:solidFill>
                  <a:schemeClr val="bg1"/>
                </a:solidFill>
              </a:rPr>
              <a:t>Picking Areas (THS/GTP/APR)</a:t>
            </a:r>
          </a:p>
          <a:p>
            <a:pPr marL="342900" indent="-342900">
              <a:buFont typeface="Wingdings" panose="05000000000000000000" pitchFamily="2" charset="2"/>
              <a:buChar char="§"/>
            </a:pPr>
            <a:r>
              <a:rPr lang="en-GB" sz="1800" noProof="0">
                <a:solidFill>
                  <a:schemeClr val="bg1"/>
                </a:solidFill>
              </a:rPr>
              <a:t>Marshalling</a:t>
            </a:r>
          </a:p>
          <a:p>
            <a:pPr marL="342900" indent="-342900">
              <a:buFont typeface="Wingdings" panose="05000000000000000000" pitchFamily="2" charset="2"/>
              <a:buChar char="§"/>
            </a:pPr>
            <a:r>
              <a:rPr lang="en-GB" sz="1800" noProof="0">
                <a:solidFill>
                  <a:schemeClr val="bg1"/>
                </a:solidFill>
              </a:rPr>
              <a:t>Loading/Despatch </a:t>
            </a:r>
          </a:p>
          <a:p>
            <a:pPr marL="342900" indent="-342900">
              <a:buFont typeface="Wingdings" panose="05000000000000000000" pitchFamily="2" charset="2"/>
              <a:buChar char="§"/>
            </a:pPr>
            <a:r>
              <a:rPr lang="en-GB" sz="1800" noProof="0">
                <a:solidFill>
                  <a:schemeClr val="bg1"/>
                </a:solidFill>
              </a:rPr>
              <a:t>Admin </a:t>
            </a:r>
          </a:p>
          <a:p>
            <a:pPr marL="342900" indent="-342900">
              <a:buFont typeface="Wingdings" panose="05000000000000000000" pitchFamily="2" charset="2"/>
              <a:buChar char="§"/>
            </a:pPr>
            <a:r>
              <a:rPr lang="en-GB" sz="1800" noProof="0">
                <a:solidFill>
                  <a:schemeClr val="bg1"/>
                </a:solidFill>
              </a:rPr>
              <a:t>Any area going through change or 5S</a:t>
            </a:r>
          </a:p>
          <a:p>
            <a:endParaRPr lang="en-GB"/>
          </a:p>
        </p:txBody>
      </p:sp>
    </p:spTree>
    <p:extLst>
      <p:ext uri="{BB962C8B-B14F-4D97-AF65-F5344CB8AC3E}">
        <p14:creationId xmlns:p14="http://schemas.microsoft.com/office/powerpoint/2010/main" val="263543108"/>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build="p"/>
      <p:bldP spid="7"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7575" y="955760"/>
            <a:ext cx="7515199" cy="646331"/>
          </a:xfrm>
          <a:prstGeom prst="rect">
            <a:avLst/>
          </a:prstGeom>
        </p:spPr>
        <p:txBody>
          <a:bodyPr wrap="none">
            <a:spAutoFit/>
          </a:bodyPr>
          <a:lstStyle/>
          <a:p>
            <a:pPr>
              <a:lnSpc>
                <a:spcPct val="150000"/>
              </a:lnSpc>
            </a:pPr>
            <a:r>
              <a:rPr lang="en-GB" sz="2400" b="1" noProof="0">
                <a:solidFill>
                  <a:srgbClr val="F9B000"/>
                </a:solidFill>
                <a:latin typeface="Trebuchet MS" panose="020B0603020202020204" pitchFamily="34" charset="0"/>
              </a:rPr>
              <a:t>What is Process waste and how can you identify it?</a:t>
            </a:r>
          </a:p>
        </p:txBody>
      </p:sp>
      <p:sp>
        <p:nvSpPr>
          <p:cNvPr id="5" name="Rectangle 4"/>
          <p:cNvSpPr/>
          <p:nvPr/>
        </p:nvSpPr>
        <p:spPr>
          <a:xfrm>
            <a:off x="1550487" y="1711844"/>
            <a:ext cx="7411386" cy="497508"/>
          </a:xfrm>
          <a:prstGeom prst="rect">
            <a:avLst/>
          </a:prstGeom>
        </p:spPr>
        <p:txBody>
          <a:bodyPr wrap="square">
            <a:spAutoFit/>
          </a:bodyPr>
          <a:lstStyle/>
          <a:p>
            <a:pPr>
              <a:lnSpc>
                <a:spcPct val="150000"/>
              </a:lnSpc>
            </a:pPr>
            <a:r>
              <a:rPr lang="en-GB" sz="2000" b="1" noProof="0">
                <a:solidFill>
                  <a:schemeClr val="bg1"/>
                </a:solidFill>
                <a:latin typeface="Trebuchet MS" panose="020B0603020202020204" pitchFamily="34" charset="0"/>
              </a:rPr>
              <a:t>Each process/task can broken down into three categories.</a:t>
            </a:r>
          </a:p>
        </p:txBody>
      </p:sp>
      <p:grpSp>
        <p:nvGrpSpPr>
          <p:cNvPr id="17" name="Group 16"/>
          <p:cNvGrpSpPr/>
          <p:nvPr/>
        </p:nvGrpSpPr>
        <p:grpSpPr>
          <a:xfrm>
            <a:off x="7223333" y="2590547"/>
            <a:ext cx="4892581" cy="3027805"/>
            <a:chOff x="3391564" y="2447909"/>
            <a:chExt cx="4892581" cy="3027805"/>
          </a:xfrm>
        </p:grpSpPr>
        <p:graphicFrame>
          <p:nvGraphicFramePr>
            <p:cNvPr id="7" name="Chart 6">
              <a:extLst>
                <a:ext uri="{FF2B5EF4-FFF2-40B4-BE49-F238E27FC236}">
                  <a16:creationId xmlns:a16="http://schemas.microsoft.com/office/drawing/2014/main" id="{F9119138-1596-4300-B554-9781AE84C1DC}"/>
                </a:ext>
              </a:extLst>
            </p:cNvPr>
            <p:cNvGraphicFramePr>
              <a:graphicFrameLocks/>
            </p:cNvGraphicFramePr>
            <p:nvPr>
              <p:extLst>
                <p:ext uri="{D42A27DB-BD31-4B8C-83A1-F6EECF244321}">
                  <p14:modId xmlns:p14="http://schemas.microsoft.com/office/powerpoint/2010/main" val="88044671"/>
                </p:ext>
              </p:extLst>
            </p:nvPr>
          </p:nvGraphicFramePr>
          <p:xfrm>
            <a:off x="3391564" y="2447909"/>
            <a:ext cx="4892581" cy="3027805"/>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C212B71D-56FA-41CD-B770-6439C06A2DB5}"/>
                </a:ext>
              </a:extLst>
            </p:cNvPr>
            <p:cNvSpPr txBox="1"/>
            <p:nvPr/>
          </p:nvSpPr>
          <p:spPr>
            <a:xfrm>
              <a:off x="5264422" y="4215209"/>
              <a:ext cx="1423847" cy="584775"/>
            </a:xfrm>
            <a:prstGeom prst="rect">
              <a:avLst/>
            </a:prstGeom>
            <a:noFill/>
          </p:spPr>
          <p:txBody>
            <a:bodyPr wrap="square" rtlCol="0">
              <a:spAutoFit/>
            </a:bodyPr>
            <a:lstStyle/>
            <a:p>
              <a:pPr algn="ctr"/>
              <a:r>
                <a:rPr lang="en-GB" sz="1600" b="1" noProof="0">
                  <a:latin typeface="Trebuchet MS" panose="020B0603020202020204" pitchFamily="34" charset="0"/>
                </a:rPr>
                <a:t>Value Enabling</a:t>
              </a:r>
            </a:p>
          </p:txBody>
        </p:sp>
      </p:grpSp>
      <p:cxnSp>
        <p:nvCxnSpPr>
          <p:cNvPr id="12" name="Straight Connector 11"/>
          <p:cNvCxnSpPr/>
          <p:nvPr/>
        </p:nvCxnSpPr>
        <p:spPr>
          <a:xfrm>
            <a:off x="6964318" y="4104450"/>
            <a:ext cx="1371433" cy="253397"/>
          </a:xfrm>
          <a:prstGeom prst="line">
            <a:avLst/>
          </a:prstGeom>
          <a:ln w="38100">
            <a:solidFill>
              <a:srgbClr val="F9B000"/>
            </a:solidFill>
            <a:tailEnd type="ova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964318" y="4104450"/>
            <a:ext cx="1852429" cy="991827"/>
          </a:xfrm>
          <a:prstGeom prst="line">
            <a:avLst/>
          </a:prstGeom>
          <a:ln w="38100">
            <a:solidFill>
              <a:srgbClr val="F9B000"/>
            </a:solidFill>
            <a:tailEnd type="oval"/>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1554034" y="2737660"/>
            <a:ext cx="6096000" cy="1287981"/>
          </a:xfrm>
          <a:prstGeom prst="rect">
            <a:avLst/>
          </a:prstGeom>
        </p:spPr>
        <p:txBody>
          <a:bodyPr>
            <a:spAutoFit/>
          </a:bodyPr>
          <a:lstStyle/>
          <a:p>
            <a:pPr>
              <a:lnSpc>
                <a:spcPct val="150000"/>
              </a:lnSpc>
            </a:pPr>
            <a:r>
              <a:rPr lang="en-GB" b="1" noProof="0">
                <a:solidFill>
                  <a:schemeClr val="bg1"/>
                </a:solidFill>
                <a:latin typeface="Trebuchet MS" panose="020B0603020202020204" pitchFamily="34" charset="0"/>
              </a:rPr>
              <a:t>Process waste is found in these two sections.</a:t>
            </a:r>
          </a:p>
          <a:p>
            <a:pPr>
              <a:lnSpc>
                <a:spcPct val="150000"/>
              </a:lnSpc>
            </a:pPr>
            <a:r>
              <a:rPr lang="en-GB" b="1" noProof="0">
                <a:solidFill>
                  <a:schemeClr val="bg1"/>
                </a:solidFill>
                <a:latin typeface="Trebuchet MS" panose="020B0603020202020204" pitchFamily="34" charset="0"/>
              </a:rPr>
              <a:t>Defined as any steps in a process which do not add value to the overall task.  </a:t>
            </a:r>
          </a:p>
        </p:txBody>
      </p:sp>
      <p:sp>
        <p:nvSpPr>
          <p:cNvPr id="22" name="Line Callout 1 (Accent Bar) 21"/>
          <p:cNvSpPr/>
          <p:nvPr/>
        </p:nvSpPr>
        <p:spPr>
          <a:xfrm>
            <a:off x="10520038" y="2138887"/>
            <a:ext cx="1367162" cy="451660"/>
          </a:xfrm>
          <a:prstGeom prst="accentCallout1">
            <a:avLst>
              <a:gd name="adj1" fmla="val 18750"/>
              <a:gd name="adj2" fmla="val -8333"/>
              <a:gd name="adj3" fmla="val 163113"/>
              <a:gd name="adj4" fmla="val -38333"/>
            </a:avLst>
          </a:prstGeom>
          <a:noFill/>
          <a:ln w="25400">
            <a:solidFill>
              <a:srgbClr val="007A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u="sng" noProof="0">
                <a:solidFill>
                  <a:schemeClr val="bg1"/>
                </a:solidFill>
                <a:latin typeface="Trebuchet MS" panose="020B0603020202020204" pitchFamily="34" charset="0"/>
              </a:rPr>
              <a:t>Maximise</a:t>
            </a:r>
          </a:p>
        </p:txBody>
      </p:sp>
      <p:sp>
        <p:nvSpPr>
          <p:cNvPr id="23" name="Line Callout 1 (Accent Bar) 22"/>
          <p:cNvSpPr/>
          <p:nvPr/>
        </p:nvSpPr>
        <p:spPr>
          <a:xfrm>
            <a:off x="10503207" y="5719614"/>
            <a:ext cx="1367162" cy="451660"/>
          </a:xfrm>
          <a:prstGeom prst="accentCallout1">
            <a:avLst>
              <a:gd name="adj1" fmla="val 18750"/>
              <a:gd name="adj2" fmla="val -8333"/>
              <a:gd name="adj3" fmla="val -100498"/>
              <a:gd name="adj4" fmla="val -39030"/>
            </a:avLst>
          </a:prstGeom>
          <a:noFill/>
          <a:ln w="25400">
            <a:solidFill>
              <a:srgbClr val="007A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u="sng" noProof="0">
                <a:solidFill>
                  <a:schemeClr val="bg1"/>
                </a:solidFill>
                <a:latin typeface="Trebuchet MS" panose="020B0603020202020204" pitchFamily="34" charset="0"/>
              </a:rPr>
              <a:t>Minimize</a:t>
            </a:r>
          </a:p>
        </p:txBody>
      </p:sp>
      <p:sp>
        <p:nvSpPr>
          <p:cNvPr id="27" name="Line Callout 1 (Accent Bar) 26"/>
          <p:cNvSpPr/>
          <p:nvPr/>
        </p:nvSpPr>
        <p:spPr>
          <a:xfrm>
            <a:off x="9740672" y="1419802"/>
            <a:ext cx="1367162" cy="451660"/>
          </a:xfrm>
          <a:prstGeom prst="accentCallout1">
            <a:avLst>
              <a:gd name="adj1" fmla="val 73581"/>
              <a:gd name="adj2" fmla="val 6297"/>
              <a:gd name="adj3" fmla="val 329715"/>
              <a:gd name="adj4" fmla="val -41817"/>
            </a:avLst>
          </a:prstGeom>
          <a:noFill/>
          <a:ln w="25400">
            <a:solidFill>
              <a:srgbClr val="007A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u="sng" noProof="0">
                <a:solidFill>
                  <a:schemeClr val="bg1"/>
                </a:solidFill>
                <a:latin typeface="Trebuchet MS" panose="020B0603020202020204" pitchFamily="34" charset="0"/>
              </a:rPr>
              <a:t>Remove</a:t>
            </a:r>
          </a:p>
        </p:txBody>
      </p:sp>
      <p:sp>
        <p:nvSpPr>
          <p:cNvPr id="13" name="Title 3">
            <a:extLst>
              <a:ext uri="{FF2B5EF4-FFF2-40B4-BE49-F238E27FC236}">
                <a16:creationId xmlns:a16="http://schemas.microsoft.com/office/drawing/2014/main" id="{656EF214-7E6F-D30C-48D9-F3D873B4900E}"/>
              </a:ext>
            </a:extLst>
          </p:cNvPr>
          <p:cNvSpPr>
            <a:spLocks noGrp="1"/>
          </p:cNvSpPr>
          <p:nvPr>
            <p:ph type="title"/>
          </p:nvPr>
        </p:nvSpPr>
        <p:spPr>
          <a:xfrm>
            <a:off x="531813" y="231905"/>
            <a:ext cx="8817446" cy="669600"/>
          </a:xfrm>
        </p:spPr>
        <p:txBody>
          <a:bodyPr/>
          <a:lstStyle/>
          <a:p>
            <a:r>
              <a:rPr lang="en-GB" noProof="0">
                <a:solidFill>
                  <a:schemeClr val="bg1"/>
                </a:solidFill>
                <a:latin typeface="Trebuchet MS" panose="020B0603020202020204" pitchFamily="34" charset="0"/>
              </a:rPr>
              <a:t>What are we looking to identify?</a:t>
            </a:r>
          </a:p>
        </p:txBody>
      </p:sp>
      <p:sp>
        <p:nvSpPr>
          <p:cNvPr id="2" name="TextBox 1">
            <a:extLst>
              <a:ext uri="{FF2B5EF4-FFF2-40B4-BE49-F238E27FC236}">
                <a16:creationId xmlns:a16="http://schemas.microsoft.com/office/drawing/2014/main" id="{F5EB3048-D5C1-8D0F-5A56-168B815281B5}"/>
              </a:ext>
            </a:extLst>
          </p:cNvPr>
          <p:cNvSpPr txBox="1"/>
          <p:nvPr/>
        </p:nvSpPr>
        <p:spPr>
          <a:xfrm>
            <a:off x="1550487" y="5171285"/>
            <a:ext cx="5332071" cy="1200329"/>
          </a:xfrm>
          <a:prstGeom prst="rect">
            <a:avLst/>
          </a:prstGeom>
          <a:noFill/>
        </p:spPr>
        <p:txBody>
          <a:bodyPr wrap="square" rtlCol="0">
            <a:spAutoFit/>
          </a:bodyPr>
          <a:lstStyle/>
          <a:p>
            <a:r>
              <a:rPr lang="en-GB" b="1" noProof="0">
                <a:solidFill>
                  <a:schemeClr val="bg1"/>
                </a:solidFill>
                <a:latin typeface="Trebuchet MS" panose="020B0603020202020204" pitchFamily="34" charset="0"/>
              </a:rPr>
              <a:t>The Waste in the process can be categorised into 8 different wastes; often referred to as TIMWOODS.</a:t>
            </a:r>
          </a:p>
          <a:p>
            <a:endParaRPr lang="en-GB"/>
          </a:p>
        </p:txBody>
      </p:sp>
    </p:spTree>
    <p:extLst>
      <p:ext uri="{BB962C8B-B14F-4D97-AF65-F5344CB8AC3E}">
        <p14:creationId xmlns:p14="http://schemas.microsoft.com/office/powerpoint/2010/main" val="494521409"/>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0" grpId="0"/>
      <p:bldP spid="22" grpId="0" animBg="1"/>
      <p:bldP spid="23" grpId="0" animBg="1"/>
      <p:bldP spid="27" grpId="0" animBg="1"/>
      <p:bldP spid="13"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17100" y="1051010"/>
            <a:ext cx="4077526" cy="646331"/>
          </a:xfrm>
          <a:prstGeom prst="rect">
            <a:avLst/>
          </a:prstGeom>
        </p:spPr>
        <p:txBody>
          <a:bodyPr wrap="none">
            <a:spAutoFit/>
          </a:bodyPr>
          <a:lstStyle/>
          <a:p>
            <a:pPr>
              <a:lnSpc>
                <a:spcPct val="150000"/>
              </a:lnSpc>
            </a:pPr>
            <a:r>
              <a:rPr lang="en-GB" sz="2400" b="1" i="1" noProof="0">
                <a:solidFill>
                  <a:srgbClr val="F9B000"/>
                </a:solidFill>
                <a:latin typeface="Trebuchet MS" panose="020B0603020202020204" pitchFamily="34" charset="0"/>
              </a:rPr>
              <a:t>TIMWOODS –Process Waste</a:t>
            </a:r>
          </a:p>
        </p:txBody>
      </p:sp>
      <p:sp>
        <p:nvSpPr>
          <p:cNvPr id="6" name="Title 12">
            <a:extLst>
              <a:ext uri="{FF2B5EF4-FFF2-40B4-BE49-F238E27FC236}">
                <a16:creationId xmlns:a16="http://schemas.microsoft.com/office/drawing/2014/main" id="{6458E253-233F-4540-925B-D653C8D11707}"/>
              </a:ext>
            </a:extLst>
          </p:cNvPr>
          <p:cNvSpPr>
            <a:spLocks noGrp="1"/>
          </p:cNvSpPr>
          <p:nvPr>
            <p:ph type="title"/>
          </p:nvPr>
        </p:nvSpPr>
        <p:spPr>
          <a:xfrm>
            <a:off x="531813" y="231905"/>
            <a:ext cx="8817446" cy="669600"/>
          </a:xfrm>
        </p:spPr>
        <p:txBody>
          <a:bodyPr/>
          <a:lstStyle/>
          <a:p>
            <a:r>
              <a:rPr lang="en-GB" b="1" noProof="0">
                <a:solidFill>
                  <a:schemeClr val="bg1"/>
                </a:solidFill>
                <a:latin typeface="Trebuchet MS" panose="020B0603020202020204" pitchFamily="34" charset="0"/>
              </a:rPr>
              <a:t>Different Types of Waste</a:t>
            </a:r>
          </a:p>
        </p:txBody>
      </p:sp>
      <p:pic>
        <p:nvPicPr>
          <p:cNvPr id="2" name="Online Media 1" title="Seven Wastes.mp4">
            <a:hlinkClick r:id="" action="ppaction://media"/>
            <a:extLst>
              <a:ext uri="{FF2B5EF4-FFF2-40B4-BE49-F238E27FC236}">
                <a16:creationId xmlns:a16="http://schemas.microsoft.com/office/drawing/2014/main" id="{12B09E60-E95A-1389-7587-1F2F047F9A8F}"/>
              </a:ext>
            </a:extLst>
          </p:cNvPr>
          <p:cNvPicPr>
            <a:picLocks noRot="1" noChangeAspect="1"/>
          </p:cNvPicPr>
          <p:nvPr>
            <a:videoFile r:link="rId1"/>
          </p:nvPr>
        </p:nvPicPr>
        <p:blipFill>
          <a:blip r:embed="rId3"/>
          <a:stretch>
            <a:fillRect/>
          </a:stretch>
        </p:blipFill>
        <p:spPr>
          <a:xfrm>
            <a:off x="1219200" y="1582057"/>
            <a:ext cx="9753600" cy="5181600"/>
          </a:xfrm>
          <a:prstGeom prst="rect">
            <a:avLst/>
          </a:prstGeom>
        </p:spPr>
      </p:pic>
    </p:spTree>
    <p:extLst>
      <p:ext uri="{BB962C8B-B14F-4D97-AF65-F5344CB8AC3E}">
        <p14:creationId xmlns:p14="http://schemas.microsoft.com/office/powerpoint/2010/main" val="1203068024"/>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110983-CF16-4634-87A0-A2EED523E6B4}"/>
              </a:ext>
            </a:extLst>
          </p:cNvPr>
          <p:cNvSpPr/>
          <p:nvPr/>
        </p:nvSpPr>
        <p:spPr>
          <a:xfrm>
            <a:off x="443926" y="1501017"/>
            <a:ext cx="11342249" cy="4166247"/>
          </a:xfrm>
          <a:prstGeom prst="rect">
            <a:avLst/>
          </a:prstGeom>
          <a:solidFill>
            <a:schemeClr val="bg1">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a:solidFill>
                <a:srgbClr val="011E41"/>
              </a:solidFill>
              <a:latin typeface="Trebuchet MS" panose="020B0603020202020204" pitchFamily="34" charset="0"/>
            </a:endParaRPr>
          </a:p>
        </p:txBody>
      </p:sp>
      <p:cxnSp>
        <p:nvCxnSpPr>
          <p:cNvPr id="5" name="Straight Connector 4">
            <a:extLst>
              <a:ext uri="{FF2B5EF4-FFF2-40B4-BE49-F238E27FC236}">
                <a16:creationId xmlns:a16="http://schemas.microsoft.com/office/drawing/2014/main" id="{627E48D7-125D-6D1F-347C-CC4D3D55C20F}"/>
              </a:ext>
            </a:extLst>
          </p:cNvPr>
          <p:cNvCxnSpPr>
            <a:cxnSpLocks/>
          </p:cNvCxnSpPr>
          <p:nvPr/>
        </p:nvCxnSpPr>
        <p:spPr>
          <a:xfrm>
            <a:off x="1193815" y="4864105"/>
            <a:ext cx="10302441"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 Placeholder 10">
            <a:extLst>
              <a:ext uri="{FF2B5EF4-FFF2-40B4-BE49-F238E27FC236}">
                <a16:creationId xmlns:a16="http://schemas.microsoft.com/office/drawing/2014/main" id="{4697092A-9789-4B2F-DFB4-E8FEB4945B50}"/>
              </a:ext>
            </a:extLst>
          </p:cNvPr>
          <p:cNvSpPr txBox="1">
            <a:spLocks/>
          </p:cNvSpPr>
          <p:nvPr/>
        </p:nvSpPr>
        <p:spPr>
          <a:xfrm>
            <a:off x="1364885" y="4431435"/>
            <a:ext cx="1428433" cy="424393"/>
          </a:xfrm>
          <a:prstGeom prst="rect">
            <a:avLst/>
          </a:prstGeom>
        </p:spPr>
        <p:txBody>
          <a:bodyPr vert="horz"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tx2"/>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2"/>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2"/>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400" b="1" noProof="0">
                <a:solidFill>
                  <a:srgbClr val="011E41"/>
                </a:solidFill>
                <a:latin typeface="Trebuchet MS" panose="020B0603020202020204" pitchFamily="34" charset="0"/>
              </a:rPr>
              <a:t>Inventory</a:t>
            </a:r>
          </a:p>
        </p:txBody>
      </p:sp>
      <p:sp>
        <p:nvSpPr>
          <p:cNvPr id="7" name="Text Placeholder 10">
            <a:extLst>
              <a:ext uri="{FF2B5EF4-FFF2-40B4-BE49-F238E27FC236}">
                <a16:creationId xmlns:a16="http://schemas.microsoft.com/office/drawing/2014/main" id="{72C472DF-7638-8697-7A23-E7C0484E4024}"/>
              </a:ext>
            </a:extLst>
          </p:cNvPr>
          <p:cNvSpPr txBox="1">
            <a:spLocks/>
          </p:cNvSpPr>
          <p:nvPr/>
        </p:nvSpPr>
        <p:spPr>
          <a:xfrm>
            <a:off x="4348091" y="2641198"/>
            <a:ext cx="810175" cy="424393"/>
          </a:xfrm>
          <a:prstGeom prst="rect">
            <a:avLst/>
          </a:prstGeom>
        </p:spPr>
        <p:txBody>
          <a:bodyPr vert="horz"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tx2"/>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2"/>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2"/>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400" b="1" noProof="0">
                <a:solidFill>
                  <a:srgbClr val="011E41"/>
                </a:solidFill>
                <a:latin typeface="Trebuchet MS" panose="020B0603020202020204" pitchFamily="34" charset="0"/>
              </a:rPr>
              <a:t>Motion</a:t>
            </a:r>
          </a:p>
        </p:txBody>
      </p:sp>
      <p:sp>
        <p:nvSpPr>
          <p:cNvPr id="8" name="Text Placeholder 10">
            <a:extLst>
              <a:ext uri="{FF2B5EF4-FFF2-40B4-BE49-F238E27FC236}">
                <a16:creationId xmlns:a16="http://schemas.microsoft.com/office/drawing/2014/main" id="{AE597C0C-5D3E-4EB5-0465-9794433B25BA}"/>
              </a:ext>
            </a:extLst>
          </p:cNvPr>
          <p:cNvSpPr txBox="1">
            <a:spLocks/>
          </p:cNvSpPr>
          <p:nvPr/>
        </p:nvSpPr>
        <p:spPr>
          <a:xfrm>
            <a:off x="4238443" y="4482345"/>
            <a:ext cx="938581" cy="424393"/>
          </a:xfrm>
          <a:prstGeom prst="rect">
            <a:avLst/>
          </a:prstGeom>
        </p:spPr>
        <p:txBody>
          <a:bodyPr vert="horz"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tx2"/>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2"/>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2"/>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400" b="1" noProof="0">
                <a:solidFill>
                  <a:srgbClr val="011E41"/>
                </a:solidFill>
                <a:latin typeface="Trebuchet MS" panose="020B0603020202020204" pitchFamily="34" charset="0"/>
              </a:rPr>
              <a:t>Waiting</a:t>
            </a:r>
          </a:p>
        </p:txBody>
      </p:sp>
      <p:sp>
        <p:nvSpPr>
          <p:cNvPr id="9" name="Text Placeholder 10">
            <a:extLst>
              <a:ext uri="{FF2B5EF4-FFF2-40B4-BE49-F238E27FC236}">
                <a16:creationId xmlns:a16="http://schemas.microsoft.com/office/drawing/2014/main" id="{7591A5A3-7DFA-4006-DAA7-C2405E028D84}"/>
              </a:ext>
            </a:extLst>
          </p:cNvPr>
          <p:cNvSpPr txBox="1">
            <a:spLocks/>
          </p:cNvSpPr>
          <p:nvPr/>
        </p:nvSpPr>
        <p:spPr>
          <a:xfrm>
            <a:off x="7098659" y="2700026"/>
            <a:ext cx="1749535" cy="424393"/>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tx2"/>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2"/>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2"/>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400" b="1" noProof="0">
                <a:solidFill>
                  <a:srgbClr val="011E41"/>
                </a:solidFill>
                <a:latin typeface="Trebuchet MS" panose="020B0603020202020204" pitchFamily="34" charset="0"/>
              </a:rPr>
              <a:t>Over - Processing</a:t>
            </a:r>
          </a:p>
        </p:txBody>
      </p:sp>
      <p:sp>
        <p:nvSpPr>
          <p:cNvPr id="10" name="Text Placeholder 10">
            <a:extLst>
              <a:ext uri="{FF2B5EF4-FFF2-40B4-BE49-F238E27FC236}">
                <a16:creationId xmlns:a16="http://schemas.microsoft.com/office/drawing/2014/main" id="{A48C845C-EAD7-D2BB-0A80-149DE8A7B54C}"/>
              </a:ext>
            </a:extLst>
          </p:cNvPr>
          <p:cNvSpPr txBox="1">
            <a:spLocks/>
          </p:cNvSpPr>
          <p:nvPr/>
        </p:nvSpPr>
        <p:spPr>
          <a:xfrm>
            <a:off x="7222439" y="4471610"/>
            <a:ext cx="1428433" cy="424393"/>
          </a:xfrm>
          <a:prstGeom prst="rect">
            <a:avLst/>
          </a:prstGeom>
        </p:spPr>
        <p:txBody>
          <a:bodyPr vert="horz" lIns="0" tIns="0" rIns="0" bIns="0" rtlCol="0" anchor="ctr">
            <a:noAutofit/>
          </a:bodyPr>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tx2"/>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2"/>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2"/>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400" b="1" noProof="0">
                <a:solidFill>
                  <a:srgbClr val="011E41"/>
                </a:solidFill>
                <a:latin typeface="Trebuchet MS" panose="020B0603020202020204" pitchFamily="34" charset="0"/>
              </a:rPr>
              <a:t>Over-Production</a:t>
            </a:r>
          </a:p>
        </p:txBody>
      </p:sp>
      <p:sp>
        <p:nvSpPr>
          <p:cNvPr id="11" name="Text Placeholder 10">
            <a:extLst>
              <a:ext uri="{FF2B5EF4-FFF2-40B4-BE49-F238E27FC236}">
                <a16:creationId xmlns:a16="http://schemas.microsoft.com/office/drawing/2014/main" id="{148A7F5C-DDCE-7E4A-46E6-E2629400266E}"/>
              </a:ext>
            </a:extLst>
          </p:cNvPr>
          <p:cNvSpPr txBox="1">
            <a:spLocks/>
          </p:cNvSpPr>
          <p:nvPr/>
        </p:nvSpPr>
        <p:spPr>
          <a:xfrm>
            <a:off x="9984727" y="2682527"/>
            <a:ext cx="862657" cy="424393"/>
          </a:xfrm>
          <a:prstGeom prst="rect">
            <a:avLst/>
          </a:prstGeom>
        </p:spPr>
        <p:txBody>
          <a:bodyPr vert="horz"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tx2"/>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2"/>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2"/>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400" b="1" noProof="0">
                <a:solidFill>
                  <a:srgbClr val="011E41"/>
                </a:solidFill>
                <a:latin typeface="Trebuchet MS" panose="020B0603020202020204" pitchFamily="34" charset="0"/>
              </a:rPr>
              <a:t>Defects</a:t>
            </a:r>
          </a:p>
        </p:txBody>
      </p:sp>
      <p:cxnSp>
        <p:nvCxnSpPr>
          <p:cNvPr id="12" name="Straight Connector 11">
            <a:extLst>
              <a:ext uri="{FF2B5EF4-FFF2-40B4-BE49-F238E27FC236}">
                <a16:creationId xmlns:a16="http://schemas.microsoft.com/office/drawing/2014/main" id="{627E48D7-125D-6D1F-347C-CC4D3D55C20F}"/>
              </a:ext>
            </a:extLst>
          </p:cNvPr>
          <p:cNvCxnSpPr>
            <a:cxnSpLocks/>
          </p:cNvCxnSpPr>
          <p:nvPr/>
        </p:nvCxnSpPr>
        <p:spPr>
          <a:xfrm>
            <a:off x="973869" y="3106184"/>
            <a:ext cx="10533370"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 Placeholder 10">
            <a:extLst>
              <a:ext uri="{FF2B5EF4-FFF2-40B4-BE49-F238E27FC236}">
                <a16:creationId xmlns:a16="http://schemas.microsoft.com/office/drawing/2014/main" id="{5D154F0A-7E8A-C344-F4E6-DA4557D91349}"/>
              </a:ext>
            </a:extLst>
          </p:cNvPr>
          <p:cNvSpPr txBox="1">
            <a:spLocks/>
          </p:cNvSpPr>
          <p:nvPr/>
        </p:nvSpPr>
        <p:spPr>
          <a:xfrm>
            <a:off x="9601759" y="4466518"/>
            <a:ext cx="764104" cy="424393"/>
          </a:xfrm>
          <a:prstGeom prst="rect">
            <a:avLst/>
          </a:prstGeom>
        </p:spPr>
        <p:txBody>
          <a:bodyPr vert="horz"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tx2"/>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2"/>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2"/>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400" b="1" noProof="0">
                <a:solidFill>
                  <a:srgbClr val="011E41"/>
                </a:solidFill>
                <a:latin typeface="Trebuchet MS" panose="020B0603020202020204" pitchFamily="34" charset="0"/>
              </a:rPr>
              <a:t>Skills</a:t>
            </a:r>
          </a:p>
        </p:txBody>
      </p:sp>
      <p:sp>
        <p:nvSpPr>
          <p:cNvPr id="14" name="Text Placeholder 10">
            <a:extLst>
              <a:ext uri="{FF2B5EF4-FFF2-40B4-BE49-F238E27FC236}">
                <a16:creationId xmlns:a16="http://schemas.microsoft.com/office/drawing/2014/main" id="{4697092A-9789-4B2F-DFB4-E8FEB4945B50}"/>
              </a:ext>
            </a:extLst>
          </p:cNvPr>
          <p:cNvSpPr txBox="1">
            <a:spLocks/>
          </p:cNvSpPr>
          <p:nvPr/>
        </p:nvSpPr>
        <p:spPr>
          <a:xfrm>
            <a:off x="1509573" y="2658915"/>
            <a:ext cx="1053490" cy="424393"/>
          </a:xfrm>
          <a:prstGeom prst="rect">
            <a:avLst/>
          </a:prstGeom>
        </p:spPr>
        <p:txBody>
          <a:bodyPr vert="horz"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800" kern="1200">
                <a:solidFill>
                  <a:schemeClr val="tx2"/>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2"/>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2"/>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GB" sz="1400" b="1" noProof="0">
                <a:solidFill>
                  <a:srgbClr val="011E41"/>
                </a:solidFill>
                <a:latin typeface="Trebuchet MS" panose="020B0603020202020204" pitchFamily="34" charset="0"/>
              </a:rPr>
              <a:t>Transport</a:t>
            </a:r>
          </a:p>
        </p:txBody>
      </p:sp>
      <p:pic>
        <p:nvPicPr>
          <p:cNvPr id="15" name="Picture Placeholder 14" descr="Truck driving with speed on highway">
            <a:extLst>
              <a:ext uri="{FF2B5EF4-FFF2-40B4-BE49-F238E27FC236}">
                <a16:creationId xmlns:a16="http://schemas.microsoft.com/office/drawing/2014/main" id="{9DB8A9F1-C92C-4DBB-94F3-4EA70D57B264}"/>
              </a:ext>
            </a:extLst>
          </p:cNvPr>
          <p:cNvPicPr>
            <a:picLocks noChangeAspect="1"/>
          </p:cNvPicPr>
          <p:nvPr/>
        </p:nvPicPr>
        <p:blipFill>
          <a:blip r:embed="rId2" cstate="print">
            <a:extLst>
              <a:ext uri="{28A0092B-C50C-407E-A947-70E740481C1C}">
                <a14:useLocalDpi xmlns:a14="http://schemas.microsoft.com/office/drawing/2010/main" val="0"/>
              </a:ext>
            </a:extLst>
          </a:blip>
          <a:srcRect l="16671" r="16671"/>
          <a:stretch/>
        </p:blipFill>
        <p:spPr>
          <a:xfrm>
            <a:off x="818404" y="2736314"/>
            <a:ext cx="750823" cy="739741"/>
          </a:xfrm>
          <a:custGeom>
            <a:avLst/>
            <a:gdLst>
              <a:gd name="connsiteX0" fmla="*/ 1080000 w 2160000"/>
              <a:gd name="connsiteY0" fmla="*/ 0 h 2160000"/>
              <a:gd name="connsiteX1" fmla="*/ 2160000 w 2160000"/>
              <a:gd name="connsiteY1" fmla="*/ 1080000 h 2160000"/>
              <a:gd name="connsiteX2" fmla="*/ 1080000 w 2160000"/>
              <a:gd name="connsiteY2" fmla="*/ 2160000 h 2160000"/>
              <a:gd name="connsiteX3" fmla="*/ 0 w 2160000"/>
              <a:gd name="connsiteY3" fmla="*/ 1080000 h 2160000"/>
              <a:gd name="connsiteX4" fmla="*/ 1080000 w 2160000"/>
              <a:gd name="connsiteY4" fmla="*/ 0 h 21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0" h="2160000">
                <a:moveTo>
                  <a:pt x="1080000" y="0"/>
                </a:moveTo>
                <a:cubicBezTo>
                  <a:pt x="1676468" y="0"/>
                  <a:pt x="2160000" y="483532"/>
                  <a:pt x="2160000" y="1080000"/>
                </a:cubicBezTo>
                <a:cubicBezTo>
                  <a:pt x="2160000" y="1676468"/>
                  <a:pt x="1676468" y="2160000"/>
                  <a:pt x="1080000" y="2160000"/>
                </a:cubicBezTo>
                <a:cubicBezTo>
                  <a:pt x="483532" y="2160000"/>
                  <a:pt x="0" y="1676468"/>
                  <a:pt x="0" y="1080000"/>
                </a:cubicBezTo>
                <a:cubicBezTo>
                  <a:pt x="0" y="483532"/>
                  <a:pt x="483532" y="0"/>
                  <a:pt x="1080000" y="0"/>
                </a:cubicBezTo>
                <a:close/>
              </a:path>
            </a:pathLst>
          </a:custGeom>
        </p:spPr>
      </p:pic>
      <p:pic>
        <p:nvPicPr>
          <p:cNvPr id="16" name="Picture Placeholder 23">
            <a:extLst>
              <a:ext uri="{FF2B5EF4-FFF2-40B4-BE49-F238E27FC236}">
                <a16:creationId xmlns:a16="http://schemas.microsoft.com/office/drawing/2014/main" id="{3D62A599-1B85-4015-9388-940397AF3A93}"/>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7711" r="17711"/>
          <a:stretch/>
        </p:blipFill>
        <p:spPr>
          <a:xfrm>
            <a:off x="6372114" y="2753054"/>
            <a:ext cx="750823" cy="739741"/>
          </a:xfrm>
          <a:custGeom>
            <a:avLst/>
            <a:gdLst>
              <a:gd name="connsiteX0" fmla="*/ 1080000 w 2160000"/>
              <a:gd name="connsiteY0" fmla="*/ 0 h 2160000"/>
              <a:gd name="connsiteX1" fmla="*/ 2160000 w 2160000"/>
              <a:gd name="connsiteY1" fmla="*/ 1080000 h 2160000"/>
              <a:gd name="connsiteX2" fmla="*/ 1080000 w 2160000"/>
              <a:gd name="connsiteY2" fmla="*/ 2160000 h 2160000"/>
              <a:gd name="connsiteX3" fmla="*/ 0 w 2160000"/>
              <a:gd name="connsiteY3" fmla="*/ 1080000 h 2160000"/>
              <a:gd name="connsiteX4" fmla="*/ 1080000 w 2160000"/>
              <a:gd name="connsiteY4" fmla="*/ 0 h 21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0" h="2160000">
                <a:moveTo>
                  <a:pt x="1080000" y="0"/>
                </a:moveTo>
                <a:cubicBezTo>
                  <a:pt x="1676468" y="0"/>
                  <a:pt x="2160000" y="483532"/>
                  <a:pt x="2160000" y="1080000"/>
                </a:cubicBezTo>
                <a:cubicBezTo>
                  <a:pt x="2160000" y="1676468"/>
                  <a:pt x="1676468" y="2160000"/>
                  <a:pt x="1080000" y="2160000"/>
                </a:cubicBezTo>
                <a:cubicBezTo>
                  <a:pt x="483532" y="2160000"/>
                  <a:pt x="0" y="1676468"/>
                  <a:pt x="0" y="1080000"/>
                </a:cubicBezTo>
                <a:cubicBezTo>
                  <a:pt x="0" y="483532"/>
                  <a:pt x="483532" y="0"/>
                  <a:pt x="1080000" y="0"/>
                </a:cubicBezTo>
                <a:close/>
              </a:path>
            </a:pathLst>
          </a:custGeom>
        </p:spPr>
      </p:pic>
      <p:pic>
        <p:nvPicPr>
          <p:cNvPr id="17" name="Picture Placeholder 18" descr="Person's feet and legs in silhouette shadow walking away on cobblestone street in black and white">
            <a:extLst>
              <a:ext uri="{FF2B5EF4-FFF2-40B4-BE49-F238E27FC236}">
                <a16:creationId xmlns:a16="http://schemas.microsoft.com/office/drawing/2014/main" id="{13B97ED4-6875-11D1-9AD5-0FBAF901B443}"/>
              </a:ext>
            </a:extLst>
          </p:cNvPr>
          <p:cNvPicPr>
            <a:picLocks noChangeAspect="1"/>
          </p:cNvPicPr>
          <p:nvPr/>
        </p:nvPicPr>
        <p:blipFill>
          <a:blip r:embed="rId5" cstate="print">
            <a:extLst>
              <a:ext uri="{28A0092B-C50C-407E-A947-70E740481C1C}">
                <a14:useLocalDpi xmlns:a14="http://schemas.microsoft.com/office/drawing/2010/main" val="0"/>
              </a:ext>
            </a:extLst>
          </a:blip>
          <a:srcRect l="16680" r="16680"/>
          <a:stretch/>
        </p:blipFill>
        <p:spPr>
          <a:xfrm>
            <a:off x="3608874" y="2761985"/>
            <a:ext cx="750823" cy="739741"/>
          </a:xfrm>
          <a:custGeom>
            <a:avLst/>
            <a:gdLst>
              <a:gd name="connsiteX0" fmla="*/ 1080000 w 2160000"/>
              <a:gd name="connsiteY0" fmla="*/ 0 h 2160000"/>
              <a:gd name="connsiteX1" fmla="*/ 2160000 w 2160000"/>
              <a:gd name="connsiteY1" fmla="*/ 1080000 h 2160000"/>
              <a:gd name="connsiteX2" fmla="*/ 1080000 w 2160000"/>
              <a:gd name="connsiteY2" fmla="*/ 2160000 h 2160000"/>
              <a:gd name="connsiteX3" fmla="*/ 0 w 2160000"/>
              <a:gd name="connsiteY3" fmla="*/ 1080000 h 2160000"/>
              <a:gd name="connsiteX4" fmla="*/ 1080000 w 2160000"/>
              <a:gd name="connsiteY4" fmla="*/ 0 h 21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0" h="2160000">
                <a:moveTo>
                  <a:pt x="1080000" y="0"/>
                </a:moveTo>
                <a:cubicBezTo>
                  <a:pt x="1676468" y="0"/>
                  <a:pt x="2160000" y="483532"/>
                  <a:pt x="2160000" y="1080000"/>
                </a:cubicBezTo>
                <a:cubicBezTo>
                  <a:pt x="2160000" y="1676468"/>
                  <a:pt x="1676468" y="2160000"/>
                  <a:pt x="1080000" y="2160000"/>
                </a:cubicBezTo>
                <a:cubicBezTo>
                  <a:pt x="483532" y="2160000"/>
                  <a:pt x="0" y="1676468"/>
                  <a:pt x="0" y="1080000"/>
                </a:cubicBezTo>
                <a:cubicBezTo>
                  <a:pt x="0" y="483532"/>
                  <a:pt x="483532" y="0"/>
                  <a:pt x="1080000" y="0"/>
                </a:cubicBezTo>
                <a:close/>
              </a:path>
            </a:pathLst>
          </a:custGeom>
          <a:solidFill>
            <a:schemeClr val="bg1">
              <a:lumMod val="95000"/>
            </a:schemeClr>
          </a:solidFill>
        </p:spPr>
      </p:pic>
      <p:pic>
        <p:nvPicPr>
          <p:cNvPr id="18" name="Picture Placeholder 23" descr="Empty eggshell broken in half">
            <a:extLst>
              <a:ext uri="{FF2B5EF4-FFF2-40B4-BE49-F238E27FC236}">
                <a16:creationId xmlns:a16="http://schemas.microsoft.com/office/drawing/2014/main" id="{A925CFD2-6234-130D-D69C-B6C5147162DF}"/>
              </a:ext>
            </a:extLst>
          </p:cNvPr>
          <p:cNvPicPr>
            <a:picLocks noChangeAspect="1"/>
          </p:cNvPicPr>
          <p:nvPr/>
        </p:nvPicPr>
        <p:blipFill>
          <a:blip r:embed="rId6" cstate="print">
            <a:extLst>
              <a:ext uri="{28A0092B-C50C-407E-A947-70E740481C1C}">
                <a14:useLocalDpi xmlns:a14="http://schemas.microsoft.com/office/drawing/2010/main" val="0"/>
              </a:ext>
            </a:extLst>
          </a:blip>
          <a:srcRect l="16207" r="16207"/>
          <a:stretch/>
        </p:blipFill>
        <p:spPr>
          <a:xfrm>
            <a:off x="9233904" y="2713437"/>
            <a:ext cx="750823" cy="739741"/>
          </a:xfrm>
          <a:custGeom>
            <a:avLst/>
            <a:gdLst>
              <a:gd name="connsiteX0" fmla="*/ 1080000 w 2160000"/>
              <a:gd name="connsiteY0" fmla="*/ 0 h 2160000"/>
              <a:gd name="connsiteX1" fmla="*/ 2160000 w 2160000"/>
              <a:gd name="connsiteY1" fmla="*/ 1080000 h 2160000"/>
              <a:gd name="connsiteX2" fmla="*/ 1080000 w 2160000"/>
              <a:gd name="connsiteY2" fmla="*/ 2160000 h 2160000"/>
              <a:gd name="connsiteX3" fmla="*/ 0 w 2160000"/>
              <a:gd name="connsiteY3" fmla="*/ 1080000 h 2160000"/>
              <a:gd name="connsiteX4" fmla="*/ 1080000 w 2160000"/>
              <a:gd name="connsiteY4" fmla="*/ 0 h 21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0" h="2160000">
                <a:moveTo>
                  <a:pt x="1080000" y="0"/>
                </a:moveTo>
                <a:cubicBezTo>
                  <a:pt x="1676468" y="0"/>
                  <a:pt x="2160000" y="483532"/>
                  <a:pt x="2160000" y="1080000"/>
                </a:cubicBezTo>
                <a:cubicBezTo>
                  <a:pt x="2160000" y="1676468"/>
                  <a:pt x="1676468" y="2160000"/>
                  <a:pt x="1080000" y="2160000"/>
                </a:cubicBezTo>
                <a:cubicBezTo>
                  <a:pt x="483532" y="2160000"/>
                  <a:pt x="0" y="1676468"/>
                  <a:pt x="0" y="1080000"/>
                </a:cubicBezTo>
                <a:cubicBezTo>
                  <a:pt x="0" y="483532"/>
                  <a:pt x="483532" y="0"/>
                  <a:pt x="1080000" y="0"/>
                </a:cubicBezTo>
                <a:close/>
              </a:path>
            </a:pathLst>
          </a:custGeom>
          <a:solidFill>
            <a:schemeClr val="bg1">
              <a:lumMod val="95000"/>
            </a:schemeClr>
          </a:solidFill>
        </p:spPr>
      </p:pic>
      <p:sp>
        <p:nvSpPr>
          <p:cNvPr id="19" name="TextBox 18"/>
          <p:cNvSpPr txBox="1"/>
          <p:nvPr/>
        </p:nvSpPr>
        <p:spPr>
          <a:xfrm>
            <a:off x="1569227" y="3223056"/>
            <a:ext cx="1994468" cy="523220"/>
          </a:xfrm>
          <a:prstGeom prst="rect">
            <a:avLst/>
          </a:prstGeom>
          <a:noFill/>
        </p:spPr>
        <p:txBody>
          <a:bodyPr wrap="square" rtlCol="0">
            <a:spAutoFit/>
          </a:bodyPr>
          <a:lstStyle/>
          <a:p>
            <a:r>
              <a:rPr lang="en-GB" sz="1400" noProof="0">
                <a:solidFill>
                  <a:srgbClr val="011E41"/>
                </a:solidFill>
                <a:latin typeface="Trebuchet MS" panose="020B0603020202020204" pitchFamily="34" charset="0"/>
              </a:rPr>
              <a:t>Unnecessary transport of items</a:t>
            </a:r>
          </a:p>
        </p:txBody>
      </p:sp>
      <p:sp>
        <p:nvSpPr>
          <p:cNvPr id="20" name="TextBox 19"/>
          <p:cNvSpPr txBox="1"/>
          <p:nvPr/>
        </p:nvSpPr>
        <p:spPr>
          <a:xfrm>
            <a:off x="4353397" y="3214809"/>
            <a:ext cx="1994468" cy="738664"/>
          </a:xfrm>
          <a:prstGeom prst="rect">
            <a:avLst/>
          </a:prstGeom>
          <a:noFill/>
        </p:spPr>
        <p:txBody>
          <a:bodyPr wrap="square" rtlCol="0">
            <a:spAutoFit/>
          </a:bodyPr>
          <a:lstStyle/>
          <a:p>
            <a:r>
              <a:rPr lang="en-GB" sz="1400" noProof="0">
                <a:solidFill>
                  <a:srgbClr val="011E41"/>
                </a:solidFill>
                <a:latin typeface="Trebuchet MS" panose="020B0603020202020204" pitchFamily="34" charset="0"/>
              </a:rPr>
              <a:t>Unnecessary transport or movement of people</a:t>
            </a:r>
          </a:p>
        </p:txBody>
      </p:sp>
      <p:sp>
        <p:nvSpPr>
          <p:cNvPr id="21" name="TextBox 20"/>
          <p:cNvSpPr txBox="1"/>
          <p:nvPr/>
        </p:nvSpPr>
        <p:spPr>
          <a:xfrm>
            <a:off x="7220087" y="3214445"/>
            <a:ext cx="2134552" cy="523220"/>
          </a:xfrm>
          <a:prstGeom prst="rect">
            <a:avLst/>
          </a:prstGeom>
          <a:noFill/>
        </p:spPr>
        <p:txBody>
          <a:bodyPr wrap="square" rtlCol="0">
            <a:spAutoFit/>
          </a:bodyPr>
          <a:lstStyle/>
          <a:p>
            <a:r>
              <a:rPr lang="en-GB" sz="1400" noProof="0">
                <a:solidFill>
                  <a:srgbClr val="011E41"/>
                </a:solidFill>
                <a:latin typeface="Trebuchet MS" panose="020B0603020202020204" pitchFamily="34" charset="0"/>
              </a:rPr>
              <a:t>Doing more steps in a process than is required</a:t>
            </a:r>
          </a:p>
        </p:txBody>
      </p:sp>
      <p:sp>
        <p:nvSpPr>
          <p:cNvPr id="22" name="TextBox 21"/>
          <p:cNvSpPr txBox="1"/>
          <p:nvPr/>
        </p:nvSpPr>
        <p:spPr>
          <a:xfrm>
            <a:off x="10009859" y="3152343"/>
            <a:ext cx="1776316" cy="307777"/>
          </a:xfrm>
          <a:prstGeom prst="rect">
            <a:avLst/>
          </a:prstGeom>
          <a:noFill/>
        </p:spPr>
        <p:txBody>
          <a:bodyPr wrap="square" rtlCol="0">
            <a:spAutoFit/>
          </a:bodyPr>
          <a:lstStyle/>
          <a:p>
            <a:r>
              <a:rPr lang="en-GB" sz="1400" noProof="0">
                <a:solidFill>
                  <a:srgbClr val="011E41"/>
                </a:solidFill>
                <a:latin typeface="Trebuchet MS" panose="020B0603020202020204" pitchFamily="34" charset="0"/>
              </a:rPr>
              <a:t>Not right first time</a:t>
            </a:r>
          </a:p>
        </p:txBody>
      </p:sp>
      <p:pic>
        <p:nvPicPr>
          <p:cNvPr id="23" name="Picture Placeholder 18" descr="Hourglass">
            <a:extLst>
              <a:ext uri="{FF2B5EF4-FFF2-40B4-BE49-F238E27FC236}">
                <a16:creationId xmlns:a16="http://schemas.microsoft.com/office/drawing/2014/main" id="{1D6F02A4-62F7-4D8B-A3D0-92F74D704D01}"/>
              </a:ext>
            </a:extLst>
          </p:cNvPr>
          <p:cNvPicPr>
            <a:picLocks noChangeAspect="1"/>
          </p:cNvPicPr>
          <p:nvPr/>
        </p:nvPicPr>
        <p:blipFill>
          <a:blip r:embed="rId7" cstate="print">
            <a:extLst>
              <a:ext uri="{28A0092B-C50C-407E-A947-70E740481C1C}">
                <a14:useLocalDpi xmlns:a14="http://schemas.microsoft.com/office/drawing/2010/main" val="0"/>
              </a:ext>
            </a:extLst>
          </a:blip>
          <a:srcRect l="14331" r="14331"/>
          <a:stretch/>
        </p:blipFill>
        <p:spPr>
          <a:xfrm>
            <a:off x="3483567" y="4527480"/>
            <a:ext cx="750823" cy="739741"/>
          </a:xfrm>
          <a:custGeom>
            <a:avLst/>
            <a:gdLst>
              <a:gd name="connsiteX0" fmla="*/ 1080000 w 2160000"/>
              <a:gd name="connsiteY0" fmla="*/ 0 h 2160000"/>
              <a:gd name="connsiteX1" fmla="*/ 2160000 w 2160000"/>
              <a:gd name="connsiteY1" fmla="*/ 1080000 h 2160000"/>
              <a:gd name="connsiteX2" fmla="*/ 1080000 w 2160000"/>
              <a:gd name="connsiteY2" fmla="*/ 2160000 h 2160000"/>
              <a:gd name="connsiteX3" fmla="*/ 0 w 2160000"/>
              <a:gd name="connsiteY3" fmla="*/ 1080000 h 2160000"/>
              <a:gd name="connsiteX4" fmla="*/ 1080000 w 2160000"/>
              <a:gd name="connsiteY4" fmla="*/ 0 h 21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0" h="2160000">
                <a:moveTo>
                  <a:pt x="1080000" y="0"/>
                </a:moveTo>
                <a:cubicBezTo>
                  <a:pt x="1676468" y="0"/>
                  <a:pt x="2160000" y="483532"/>
                  <a:pt x="2160000" y="1080000"/>
                </a:cubicBezTo>
                <a:cubicBezTo>
                  <a:pt x="2160000" y="1676468"/>
                  <a:pt x="1676468" y="2160000"/>
                  <a:pt x="1080000" y="2160000"/>
                </a:cubicBezTo>
                <a:cubicBezTo>
                  <a:pt x="483532" y="2160000"/>
                  <a:pt x="0" y="1676468"/>
                  <a:pt x="0" y="1080000"/>
                </a:cubicBezTo>
                <a:cubicBezTo>
                  <a:pt x="0" y="483532"/>
                  <a:pt x="483532" y="0"/>
                  <a:pt x="1080000" y="0"/>
                </a:cubicBezTo>
                <a:close/>
              </a:path>
            </a:pathLst>
          </a:custGeom>
        </p:spPr>
      </p:pic>
      <p:pic>
        <p:nvPicPr>
          <p:cNvPr id="24" name="Picture Placeholder 16" descr="Cardboard boxes">
            <a:extLst>
              <a:ext uri="{FF2B5EF4-FFF2-40B4-BE49-F238E27FC236}">
                <a16:creationId xmlns:a16="http://schemas.microsoft.com/office/drawing/2014/main" id="{B3208795-8DAD-4CFC-B43E-9C2614F367BA}"/>
              </a:ext>
            </a:extLst>
          </p:cNvPr>
          <p:cNvPicPr>
            <a:picLocks noChangeAspect="1"/>
          </p:cNvPicPr>
          <p:nvPr/>
        </p:nvPicPr>
        <p:blipFill>
          <a:blip r:embed="rId8" cstate="print">
            <a:extLst>
              <a:ext uri="{28A0092B-C50C-407E-A947-70E740481C1C}">
                <a14:useLocalDpi xmlns:a14="http://schemas.microsoft.com/office/drawing/2010/main" val="0"/>
              </a:ext>
            </a:extLst>
          </a:blip>
          <a:srcRect l="16504" r="16504"/>
          <a:stretch/>
        </p:blipFill>
        <p:spPr>
          <a:xfrm>
            <a:off x="844500" y="4494235"/>
            <a:ext cx="750823" cy="739741"/>
          </a:xfrm>
          <a:custGeom>
            <a:avLst/>
            <a:gdLst>
              <a:gd name="connsiteX0" fmla="*/ 1080000 w 2160000"/>
              <a:gd name="connsiteY0" fmla="*/ 0 h 2160000"/>
              <a:gd name="connsiteX1" fmla="*/ 2160000 w 2160000"/>
              <a:gd name="connsiteY1" fmla="*/ 1080000 h 2160000"/>
              <a:gd name="connsiteX2" fmla="*/ 1080000 w 2160000"/>
              <a:gd name="connsiteY2" fmla="*/ 2160000 h 2160000"/>
              <a:gd name="connsiteX3" fmla="*/ 0 w 2160000"/>
              <a:gd name="connsiteY3" fmla="*/ 1080000 h 2160000"/>
              <a:gd name="connsiteX4" fmla="*/ 1080000 w 2160000"/>
              <a:gd name="connsiteY4" fmla="*/ 0 h 21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0" h="2160000">
                <a:moveTo>
                  <a:pt x="1080000" y="0"/>
                </a:moveTo>
                <a:cubicBezTo>
                  <a:pt x="1676468" y="0"/>
                  <a:pt x="2160000" y="483532"/>
                  <a:pt x="2160000" y="1080000"/>
                </a:cubicBezTo>
                <a:cubicBezTo>
                  <a:pt x="2160000" y="1676468"/>
                  <a:pt x="1676468" y="2160000"/>
                  <a:pt x="1080000" y="2160000"/>
                </a:cubicBezTo>
                <a:cubicBezTo>
                  <a:pt x="483532" y="2160000"/>
                  <a:pt x="0" y="1676468"/>
                  <a:pt x="0" y="1080000"/>
                </a:cubicBezTo>
                <a:cubicBezTo>
                  <a:pt x="0" y="483532"/>
                  <a:pt x="483532" y="0"/>
                  <a:pt x="1080000" y="0"/>
                </a:cubicBezTo>
                <a:close/>
              </a:path>
            </a:pathLst>
          </a:custGeom>
        </p:spPr>
      </p:pic>
      <p:pic>
        <p:nvPicPr>
          <p:cNvPr id="25" name="Picture Placeholder 23" descr="Pile of carboard boxes">
            <a:extLst>
              <a:ext uri="{FF2B5EF4-FFF2-40B4-BE49-F238E27FC236}">
                <a16:creationId xmlns:a16="http://schemas.microsoft.com/office/drawing/2014/main" id="{B8313A30-F6FD-9754-FEBB-3B9CAAB92FE6}"/>
              </a:ext>
            </a:extLst>
          </p:cNvPr>
          <p:cNvPicPr>
            <a:picLocks noChangeAspect="1"/>
          </p:cNvPicPr>
          <p:nvPr/>
        </p:nvPicPr>
        <p:blipFill>
          <a:blip r:embed="rId9" cstate="print">
            <a:extLst>
              <a:ext uri="{28A0092B-C50C-407E-A947-70E740481C1C}">
                <a14:useLocalDpi xmlns:a14="http://schemas.microsoft.com/office/drawing/2010/main" val="0"/>
              </a:ext>
            </a:extLst>
          </a:blip>
          <a:srcRect l="16658" r="16658"/>
          <a:stretch/>
        </p:blipFill>
        <p:spPr>
          <a:xfrm>
            <a:off x="6374271" y="4477783"/>
            <a:ext cx="750823" cy="739741"/>
          </a:xfrm>
          <a:custGeom>
            <a:avLst/>
            <a:gdLst>
              <a:gd name="connsiteX0" fmla="*/ 1080000 w 2160000"/>
              <a:gd name="connsiteY0" fmla="*/ 0 h 2160000"/>
              <a:gd name="connsiteX1" fmla="*/ 2160000 w 2160000"/>
              <a:gd name="connsiteY1" fmla="*/ 1080000 h 2160000"/>
              <a:gd name="connsiteX2" fmla="*/ 1080000 w 2160000"/>
              <a:gd name="connsiteY2" fmla="*/ 2160000 h 2160000"/>
              <a:gd name="connsiteX3" fmla="*/ 0 w 2160000"/>
              <a:gd name="connsiteY3" fmla="*/ 1080000 h 2160000"/>
              <a:gd name="connsiteX4" fmla="*/ 1080000 w 2160000"/>
              <a:gd name="connsiteY4" fmla="*/ 0 h 21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0" h="2160000">
                <a:moveTo>
                  <a:pt x="1080000" y="0"/>
                </a:moveTo>
                <a:cubicBezTo>
                  <a:pt x="1676468" y="0"/>
                  <a:pt x="2160000" y="483532"/>
                  <a:pt x="2160000" y="1080000"/>
                </a:cubicBezTo>
                <a:cubicBezTo>
                  <a:pt x="2160000" y="1676468"/>
                  <a:pt x="1676468" y="2160000"/>
                  <a:pt x="1080000" y="2160000"/>
                </a:cubicBezTo>
                <a:cubicBezTo>
                  <a:pt x="483532" y="2160000"/>
                  <a:pt x="0" y="1676468"/>
                  <a:pt x="0" y="1080000"/>
                </a:cubicBezTo>
                <a:cubicBezTo>
                  <a:pt x="0" y="483532"/>
                  <a:pt x="483532" y="0"/>
                  <a:pt x="1080000" y="0"/>
                </a:cubicBezTo>
                <a:close/>
              </a:path>
            </a:pathLst>
          </a:custGeom>
          <a:solidFill>
            <a:schemeClr val="bg1">
              <a:lumMod val="95000"/>
            </a:schemeClr>
          </a:solidFill>
        </p:spPr>
      </p:pic>
      <p:pic>
        <p:nvPicPr>
          <p:cNvPr id="26" name="Picture Placeholder 23" descr="One glowing fluorescent bulb amonst unlit incandescent bulbs">
            <a:extLst>
              <a:ext uri="{FF2B5EF4-FFF2-40B4-BE49-F238E27FC236}">
                <a16:creationId xmlns:a16="http://schemas.microsoft.com/office/drawing/2014/main" id="{96C79757-EB83-8DE2-3669-F8DC48FE89D3}"/>
              </a:ext>
            </a:extLst>
          </p:cNvPr>
          <p:cNvPicPr>
            <a:picLocks noChangeAspect="1"/>
          </p:cNvPicPr>
          <p:nvPr/>
        </p:nvPicPr>
        <p:blipFill>
          <a:blip r:embed="rId10" cstate="print">
            <a:extLst>
              <a:ext uri="{28A0092B-C50C-407E-A947-70E740481C1C}">
                <a14:useLocalDpi xmlns:a14="http://schemas.microsoft.com/office/drawing/2010/main" val="0"/>
              </a:ext>
            </a:extLst>
          </a:blip>
          <a:srcRect l="12500" r="12500"/>
          <a:stretch/>
        </p:blipFill>
        <p:spPr>
          <a:xfrm>
            <a:off x="8910659" y="4475230"/>
            <a:ext cx="750823" cy="739741"/>
          </a:xfrm>
          <a:custGeom>
            <a:avLst/>
            <a:gdLst>
              <a:gd name="connsiteX0" fmla="*/ 1080000 w 2160000"/>
              <a:gd name="connsiteY0" fmla="*/ 0 h 2160000"/>
              <a:gd name="connsiteX1" fmla="*/ 2160000 w 2160000"/>
              <a:gd name="connsiteY1" fmla="*/ 1080000 h 2160000"/>
              <a:gd name="connsiteX2" fmla="*/ 1080000 w 2160000"/>
              <a:gd name="connsiteY2" fmla="*/ 2160000 h 2160000"/>
              <a:gd name="connsiteX3" fmla="*/ 0 w 2160000"/>
              <a:gd name="connsiteY3" fmla="*/ 1080000 h 2160000"/>
              <a:gd name="connsiteX4" fmla="*/ 1080000 w 2160000"/>
              <a:gd name="connsiteY4" fmla="*/ 0 h 21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0" h="2160000">
                <a:moveTo>
                  <a:pt x="1080000" y="0"/>
                </a:moveTo>
                <a:cubicBezTo>
                  <a:pt x="1676468" y="0"/>
                  <a:pt x="2160000" y="483532"/>
                  <a:pt x="2160000" y="1080000"/>
                </a:cubicBezTo>
                <a:cubicBezTo>
                  <a:pt x="2160000" y="1676468"/>
                  <a:pt x="1676468" y="2160000"/>
                  <a:pt x="1080000" y="2160000"/>
                </a:cubicBezTo>
                <a:cubicBezTo>
                  <a:pt x="483532" y="2160000"/>
                  <a:pt x="0" y="1676468"/>
                  <a:pt x="0" y="1080000"/>
                </a:cubicBezTo>
                <a:cubicBezTo>
                  <a:pt x="0" y="483532"/>
                  <a:pt x="483532" y="0"/>
                  <a:pt x="1080000" y="0"/>
                </a:cubicBezTo>
                <a:close/>
              </a:path>
            </a:pathLst>
          </a:custGeom>
          <a:solidFill>
            <a:schemeClr val="bg1">
              <a:lumMod val="95000"/>
            </a:schemeClr>
          </a:solidFill>
        </p:spPr>
      </p:pic>
      <p:sp>
        <p:nvSpPr>
          <p:cNvPr id="27" name="TextBox 26"/>
          <p:cNvSpPr txBox="1"/>
          <p:nvPr/>
        </p:nvSpPr>
        <p:spPr>
          <a:xfrm>
            <a:off x="1575467" y="4886727"/>
            <a:ext cx="1994468" cy="307777"/>
          </a:xfrm>
          <a:prstGeom prst="rect">
            <a:avLst/>
          </a:prstGeom>
          <a:noFill/>
        </p:spPr>
        <p:txBody>
          <a:bodyPr wrap="square" rtlCol="0">
            <a:spAutoFit/>
          </a:bodyPr>
          <a:lstStyle/>
          <a:p>
            <a:r>
              <a:rPr lang="en-GB" sz="1400" noProof="0">
                <a:solidFill>
                  <a:srgbClr val="011E41"/>
                </a:solidFill>
                <a:latin typeface="Trebuchet MS" panose="020B0603020202020204" pitchFamily="34" charset="0"/>
              </a:rPr>
              <a:t>Surplus of items held</a:t>
            </a:r>
          </a:p>
        </p:txBody>
      </p:sp>
      <p:sp>
        <p:nvSpPr>
          <p:cNvPr id="28" name="TextBox 27"/>
          <p:cNvSpPr txBox="1"/>
          <p:nvPr/>
        </p:nvSpPr>
        <p:spPr>
          <a:xfrm>
            <a:off x="4310214" y="4888123"/>
            <a:ext cx="1994468" cy="523220"/>
          </a:xfrm>
          <a:prstGeom prst="rect">
            <a:avLst/>
          </a:prstGeom>
          <a:noFill/>
        </p:spPr>
        <p:txBody>
          <a:bodyPr wrap="square" rtlCol="0">
            <a:spAutoFit/>
          </a:bodyPr>
          <a:lstStyle/>
          <a:p>
            <a:r>
              <a:rPr lang="en-GB" sz="1400" noProof="0">
                <a:solidFill>
                  <a:srgbClr val="011E41"/>
                </a:solidFill>
                <a:latin typeface="Trebuchet MS" panose="020B0603020202020204" pitchFamily="34" charset="0"/>
              </a:rPr>
              <a:t>Available but unable to process/proceed</a:t>
            </a:r>
          </a:p>
        </p:txBody>
      </p:sp>
      <p:sp>
        <p:nvSpPr>
          <p:cNvPr id="29" name="TextBox 28"/>
          <p:cNvSpPr txBox="1"/>
          <p:nvPr/>
        </p:nvSpPr>
        <p:spPr>
          <a:xfrm>
            <a:off x="7193672" y="4927061"/>
            <a:ext cx="1994468" cy="523220"/>
          </a:xfrm>
          <a:prstGeom prst="rect">
            <a:avLst/>
          </a:prstGeom>
          <a:noFill/>
        </p:spPr>
        <p:txBody>
          <a:bodyPr wrap="square" rtlCol="0">
            <a:spAutoFit/>
          </a:bodyPr>
          <a:lstStyle/>
          <a:p>
            <a:r>
              <a:rPr lang="en-GB" sz="1400" noProof="0">
                <a:solidFill>
                  <a:srgbClr val="011E41"/>
                </a:solidFill>
                <a:latin typeface="Trebuchet MS" panose="020B0603020202020204" pitchFamily="34" charset="0"/>
              </a:rPr>
              <a:t>Exceeding requirements</a:t>
            </a:r>
          </a:p>
        </p:txBody>
      </p:sp>
      <p:sp>
        <p:nvSpPr>
          <p:cNvPr id="30" name="TextBox 29"/>
          <p:cNvSpPr txBox="1"/>
          <p:nvPr/>
        </p:nvSpPr>
        <p:spPr>
          <a:xfrm>
            <a:off x="9661481" y="4886427"/>
            <a:ext cx="1978361" cy="523220"/>
          </a:xfrm>
          <a:prstGeom prst="rect">
            <a:avLst/>
          </a:prstGeom>
          <a:noFill/>
        </p:spPr>
        <p:txBody>
          <a:bodyPr wrap="square" rtlCol="0">
            <a:spAutoFit/>
          </a:bodyPr>
          <a:lstStyle/>
          <a:p>
            <a:r>
              <a:rPr lang="en-GB" sz="1400" noProof="0">
                <a:solidFill>
                  <a:srgbClr val="011E41"/>
                </a:solidFill>
                <a:latin typeface="Trebuchet MS" panose="020B0603020202020204" pitchFamily="34" charset="0"/>
              </a:rPr>
              <a:t>Underutilising peoples natural capabilities</a:t>
            </a:r>
          </a:p>
        </p:txBody>
      </p:sp>
      <p:sp>
        <p:nvSpPr>
          <p:cNvPr id="31" name="TextBox 30"/>
          <p:cNvSpPr txBox="1"/>
          <p:nvPr/>
        </p:nvSpPr>
        <p:spPr>
          <a:xfrm>
            <a:off x="2744159" y="1795976"/>
            <a:ext cx="6816290" cy="461665"/>
          </a:xfrm>
          <a:prstGeom prst="rect">
            <a:avLst/>
          </a:prstGeom>
          <a:noFill/>
        </p:spPr>
        <p:txBody>
          <a:bodyPr wrap="none" rtlCol="0">
            <a:spAutoFit/>
          </a:bodyPr>
          <a:lstStyle/>
          <a:p>
            <a:r>
              <a:rPr lang="en-GB" sz="2400" noProof="0">
                <a:latin typeface="Trebuchet MS" panose="020B0603020202020204" pitchFamily="34" charset="0"/>
              </a:rPr>
              <a:t>Use </a:t>
            </a:r>
            <a:r>
              <a:rPr lang="en-GB" sz="2400" noProof="0">
                <a:solidFill>
                  <a:srgbClr val="FCAF17"/>
                </a:solidFill>
                <a:latin typeface="Trebuchet MS" panose="020B0603020202020204" pitchFamily="34" charset="0"/>
              </a:rPr>
              <a:t>TIMWOODS</a:t>
            </a:r>
            <a:r>
              <a:rPr lang="en-GB" sz="2400" noProof="0">
                <a:latin typeface="Trebuchet MS" panose="020B0603020202020204" pitchFamily="34" charset="0"/>
              </a:rPr>
              <a:t> to identify and minimise waste:</a:t>
            </a:r>
          </a:p>
        </p:txBody>
      </p:sp>
      <p:sp>
        <p:nvSpPr>
          <p:cNvPr id="32" name="Title 12">
            <a:extLst>
              <a:ext uri="{FF2B5EF4-FFF2-40B4-BE49-F238E27FC236}">
                <a16:creationId xmlns:a16="http://schemas.microsoft.com/office/drawing/2014/main" id="{6458E253-233F-4540-925B-D653C8D11707}"/>
              </a:ext>
            </a:extLst>
          </p:cNvPr>
          <p:cNvSpPr>
            <a:spLocks noGrp="1"/>
          </p:cNvSpPr>
          <p:nvPr>
            <p:ph type="title"/>
          </p:nvPr>
        </p:nvSpPr>
        <p:spPr>
          <a:xfrm>
            <a:off x="531813" y="231905"/>
            <a:ext cx="8817446" cy="669600"/>
          </a:xfrm>
        </p:spPr>
        <p:txBody>
          <a:bodyPr/>
          <a:lstStyle/>
          <a:p>
            <a:r>
              <a:rPr lang="en-GB" b="1" noProof="0">
                <a:solidFill>
                  <a:schemeClr val="bg1"/>
                </a:solidFill>
                <a:latin typeface="Trebuchet MS" panose="020B0603020202020204" pitchFamily="34" charset="0"/>
              </a:rPr>
              <a:t>Different Types of Waste</a:t>
            </a:r>
          </a:p>
        </p:txBody>
      </p:sp>
    </p:spTree>
    <p:extLst>
      <p:ext uri="{BB962C8B-B14F-4D97-AF65-F5344CB8AC3E}">
        <p14:creationId xmlns:p14="http://schemas.microsoft.com/office/powerpoint/2010/main" val="1934443595"/>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033FF-C592-F0BA-9804-6A5686330304}"/>
            </a:ext>
          </a:extLst>
        </p:cNvPr>
        <p:cNvGrpSpPr/>
        <p:nvPr/>
      </p:nvGrpSpPr>
      <p:grpSpPr>
        <a:xfrm>
          <a:off x="0" y="0"/>
          <a:ext cx="0" cy="0"/>
          <a:chOff x="0" y="0"/>
          <a:chExt cx="0" cy="0"/>
        </a:xfrm>
      </p:grpSpPr>
      <p:sp>
        <p:nvSpPr>
          <p:cNvPr id="32" name="Title 12">
            <a:extLst>
              <a:ext uri="{FF2B5EF4-FFF2-40B4-BE49-F238E27FC236}">
                <a16:creationId xmlns:a16="http://schemas.microsoft.com/office/drawing/2014/main" id="{9816A1C4-7809-AFF0-5A9D-3B17725DF0D9}"/>
              </a:ext>
            </a:extLst>
          </p:cNvPr>
          <p:cNvSpPr>
            <a:spLocks noGrp="1"/>
          </p:cNvSpPr>
          <p:nvPr>
            <p:ph type="title"/>
          </p:nvPr>
        </p:nvSpPr>
        <p:spPr>
          <a:xfrm>
            <a:off x="5085670" y="231905"/>
            <a:ext cx="4263589" cy="669600"/>
          </a:xfrm>
        </p:spPr>
        <p:txBody>
          <a:bodyPr lIns="91440" tIns="45720" rIns="91440" bIns="45720" anchor="t"/>
          <a:lstStyle/>
          <a:p>
            <a:r>
              <a:rPr lang="en-GB" b="1">
                <a:solidFill>
                  <a:schemeClr val="bg1"/>
                </a:solidFill>
                <a:latin typeface="Trebuchet MS"/>
              </a:rPr>
              <a:t>Transport</a:t>
            </a:r>
            <a:endParaRPr lang="en-GB" b="1" noProof="0">
              <a:solidFill>
                <a:schemeClr val="bg1"/>
              </a:solidFill>
              <a:latin typeface="Trebuchet MS"/>
            </a:endParaRPr>
          </a:p>
        </p:txBody>
      </p:sp>
      <p:pic>
        <p:nvPicPr>
          <p:cNvPr id="2" name="Picture 1" descr="Truck driving with speed on highway">
            <a:extLst>
              <a:ext uri="{FF2B5EF4-FFF2-40B4-BE49-F238E27FC236}">
                <a16:creationId xmlns:a16="http://schemas.microsoft.com/office/drawing/2014/main" id="{F938DFF9-A0EB-E24F-E591-A26BF2BFC559}"/>
              </a:ext>
            </a:extLst>
          </p:cNvPr>
          <p:cNvPicPr>
            <a:picLocks noChangeAspect="1"/>
          </p:cNvPicPr>
          <p:nvPr/>
        </p:nvPicPr>
        <p:blipFill>
          <a:blip r:embed="rId2"/>
          <a:stretch>
            <a:fillRect/>
          </a:stretch>
        </p:blipFill>
        <p:spPr>
          <a:xfrm>
            <a:off x="1814" y="0"/>
            <a:ext cx="4876800" cy="6858000"/>
          </a:xfrm>
          <a:prstGeom prst="rect">
            <a:avLst/>
          </a:prstGeom>
        </p:spPr>
      </p:pic>
      <p:sp>
        <p:nvSpPr>
          <p:cNvPr id="33" name="Text Placeholder 1">
            <a:extLst>
              <a:ext uri="{FF2B5EF4-FFF2-40B4-BE49-F238E27FC236}">
                <a16:creationId xmlns:a16="http://schemas.microsoft.com/office/drawing/2014/main" id="{3B462AB4-5D4E-4209-8C8F-DBD8C505327C}"/>
              </a:ext>
            </a:extLst>
          </p:cNvPr>
          <p:cNvSpPr>
            <a:spLocks noGrp="1"/>
          </p:cNvSpPr>
          <p:nvPr/>
        </p:nvSpPr>
        <p:spPr>
          <a:xfrm>
            <a:off x="5120142" y="1371601"/>
            <a:ext cx="6538456" cy="504507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bg1"/>
                </a:solidFill>
              </a:rPr>
              <a:t>The unnecessary movement of products, equipment, and people results in time being wasted. </a:t>
            </a:r>
            <a:endParaRPr lang="en-US">
              <a:solidFill>
                <a:schemeClr val="bg1"/>
              </a:solidFill>
              <a:ea typeface="Calibri"/>
              <a:cs typeface="Calibri"/>
            </a:endParaRPr>
          </a:p>
          <a:p>
            <a:r>
              <a:rPr lang="en-US">
                <a:solidFill>
                  <a:schemeClr val="bg1"/>
                </a:solidFill>
              </a:rPr>
              <a:t>Where products are handled more (or transported more than is necessary) they are at a greater chance of being damaged.</a:t>
            </a:r>
            <a:endParaRPr lang="en-US">
              <a:solidFill>
                <a:schemeClr val="bg1"/>
              </a:solidFill>
              <a:ea typeface="Calibri"/>
              <a:cs typeface="Calibri"/>
            </a:endParaRPr>
          </a:p>
          <a:p>
            <a:r>
              <a:rPr lang="en-US">
                <a:solidFill>
                  <a:schemeClr val="bg1"/>
                </a:solidFill>
              </a:rPr>
              <a:t>Increased Transport also increases the wear and tear on machinery, increasing the cost of operation.</a:t>
            </a:r>
            <a:endParaRPr lang="en-US">
              <a:solidFill>
                <a:schemeClr val="bg1"/>
              </a:solidFill>
              <a:ea typeface="Calibri"/>
              <a:cs typeface="Calibri"/>
            </a:endParaRPr>
          </a:p>
          <a:p>
            <a:endParaRPr lang="en-US">
              <a:solidFill>
                <a:schemeClr val="bg1"/>
              </a:solidFill>
              <a:ea typeface="Calibri"/>
              <a:cs typeface="Calibri"/>
            </a:endParaRPr>
          </a:p>
          <a:p>
            <a:r>
              <a:rPr lang="en-US" b="1">
                <a:solidFill>
                  <a:schemeClr val="bg1"/>
                </a:solidFill>
              </a:rPr>
              <a:t>Example:</a:t>
            </a:r>
            <a:endParaRPr lang="en-US" b="1">
              <a:solidFill>
                <a:schemeClr val="bg1"/>
              </a:solidFill>
              <a:ea typeface="Calibri"/>
              <a:cs typeface="Calibri"/>
            </a:endParaRPr>
          </a:p>
          <a:p>
            <a:r>
              <a:rPr lang="en-US" i="1">
                <a:solidFill>
                  <a:schemeClr val="bg1"/>
                </a:solidFill>
              </a:rPr>
              <a:t>Loading product from a Despatch grid that isn’t adjacent to the Loading Bay. </a:t>
            </a:r>
            <a:endParaRPr lang="en-US" i="1">
              <a:solidFill>
                <a:schemeClr val="bg1"/>
              </a:solidFill>
              <a:ea typeface="Calibri"/>
              <a:cs typeface="Calibri"/>
            </a:endParaRPr>
          </a:p>
          <a:p>
            <a:r>
              <a:rPr lang="en-US" i="1">
                <a:solidFill>
                  <a:schemeClr val="bg1"/>
                </a:solidFill>
              </a:rPr>
              <a:t>This adds unnecessary travel and wasted time that could be avoided.</a:t>
            </a:r>
            <a:endParaRPr lang="en-GB" i="1">
              <a:solidFill>
                <a:schemeClr val="bg1"/>
              </a:solidFill>
            </a:endParaRPr>
          </a:p>
        </p:txBody>
      </p:sp>
    </p:spTree>
    <p:extLst>
      <p:ext uri="{BB962C8B-B14F-4D97-AF65-F5344CB8AC3E}">
        <p14:creationId xmlns:p14="http://schemas.microsoft.com/office/powerpoint/2010/main" val="2896702546"/>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8EF19-8E8A-2CE1-3EF4-038F38C01BDC}"/>
            </a:ext>
          </a:extLst>
        </p:cNvPr>
        <p:cNvGrpSpPr/>
        <p:nvPr/>
      </p:nvGrpSpPr>
      <p:grpSpPr>
        <a:xfrm>
          <a:off x="0" y="0"/>
          <a:ext cx="0" cy="0"/>
          <a:chOff x="0" y="0"/>
          <a:chExt cx="0" cy="0"/>
        </a:xfrm>
      </p:grpSpPr>
      <p:sp>
        <p:nvSpPr>
          <p:cNvPr id="32" name="Title 12">
            <a:extLst>
              <a:ext uri="{FF2B5EF4-FFF2-40B4-BE49-F238E27FC236}">
                <a16:creationId xmlns:a16="http://schemas.microsoft.com/office/drawing/2014/main" id="{02075971-6A38-912C-6D89-AE41717A70B8}"/>
              </a:ext>
            </a:extLst>
          </p:cNvPr>
          <p:cNvSpPr>
            <a:spLocks noGrp="1"/>
          </p:cNvSpPr>
          <p:nvPr>
            <p:ph type="title"/>
          </p:nvPr>
        </p:nvSpPr>
        <p:spPr>
          <a:xfrm>
            <a:off x="5085670" y="231905"/>
            <a:ext cx="4263589" cy="669600"/>
          </a:xfrm>
        </p:spPr>
        <p:txBody>
          <a:bodyPr lIns="91440" tIns="45720" rIns="91440" bIns="45720" anchor="t"/>
          <a:lstStyle/>
          <a:p>
            <a:r>
              <a:rPr lang="en-GB" b="1">
                <a:solidFill>
                  <a:schemeClr val="bg1"/>
                </a:solidFill>
                <a:latin typeface="Trebuchet MS"/>
              </a:rPr>
              <a:t>Inventory</a:t>
            </a:r>
            <a:endParaRPr lang="en-GB" b="1" noProof="0">
              <a:solidFill>
                <a:schemeClr val="bg1"/>
              </a:solidFill>
              <a:latin typeface="Trebuchet MS"/>
            </a:endParaRPr>
          </a:p>
        </p:txBody>
      </p:sp>
      <p:sp>
        <p:nvSpPr>
          <p:cNvPr id="33" name="Text Placeholder 1">
            <a:extLst>
              <a:ext uri="{FF2B5EF4-FFF2-40B4-BE49-F238E27FC236}">
                <a16:creationId xmlns:a16="http://schemas.microsoft.com/office/drawing/2014/main" id="{9AEC382B-8A62-B3DD-31EB-8801E8BA8912}"/>
              </a:ext>
            </a:extLst>
          </p:cNvPr>
          <p:cNvSpPr>
            <a:spLocks noGrp="1"/>
          </p:cNvSpPr>
          <p:nvPr/>
        </p:nvSpPr>
        <p:spPr>
          <a:xfrm>
            <a:off x="5120142" y="1371601"/>
            <a:ext cx="6538456" cy="504507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bg1"/>
                </a:solidFill>
                <a:latin typeface="Trebuchet MS"/>
              </a:rPr>
              <a:t>Having too much inventory can lead to longer lead times, damaged or defected products, and an inefficient use of capital. </a:t>
            </a:r>
            <a:endParaRPr lang="en-US">
              <a:solidFill>
                <a:schemeClr val="bg1"/>
              </a:solidFill>
              <a:latin typeface="Trebuchet MS"/>
              <a:ea typeface="Calibri"/>
              <a:cs typeface="Calibri"/>
            </a:endParaRPr>
          </a:p>
          <a:p>
            <a:r>
              <a:rPr lang="en-US">
                <a:solidFill>
                  <a:schemeClr val="bg1"/>
                </a:solidFill>
                <a:latin typeface="Trebuchet MS"/>
              </a:rPr>
              <a:t>Trying to maintain excessive inventory means reducing available storage space and </a:t>
            </a:r>
            <a:r>
              <a:rPr lang="en-US" err="1">
                <a:solidFill>
                  <a:schemeClr val="bg1"/>
                </a:solidFill>
                <a:latin typeface="Trebuchet MS"/>
              </a:rPr>
              <a:t>utilising</a:t>
            </a:r>
            <a:r>
              <a:rPr lang="en-US">
                <a:solidFill>
                  <a:schemeClr val="bg1"/>
                </a:solidFill>
                <a:latin typeface="Trebuchet MS"/>
              </a:rPr>
              <a:t> extra resources just to manage it.</a:t>
            </a:r>
            <a:endParaRPr lang="en-US">
              <a:solidFill>
                <a:schemeClr val="bg1"/>
              </a:solidFill>
              <a:latin typeface="Trebuchet MS"/>
              <a:ea typeface="Calibri"/>
              <a:cs typeface="Calibri"/>
            </a:endParaRPr>
          </a:p>
          <a:p>
            <a:endParaRPr lang="en-US">
              <a:solidFill>
                <a:schemeClr val="bg1"/>
              </a:solidFill>
              <a:latin typeface="Trebuchet MS"/>
              <a:ea typeface="Calibri"/>
              <a:cs typeface="Calibri"/>
            </a:endParaRPr>
          </a:p>
          <a:p>
            <a:r>
              <a:rPr lang="en-US" b="1">
                <a:solidFill>
                  <a:schemeClr val="bg1"/>
                </a:solidFill>
                <a:latin typeface="Trebuchet MS"/>
              </a:rPr>
              <a:t>Example:</a:t>
            </a:r>
            <a:endParaRPr lang="en-US">
              <a:solidFill>
                <a:schemeClr val="bg1"/>
              </a:solidFill>
              <a:latin typeface="Trebuchet MS"/>
              <a:ea typeface="Calibri"/>
              <a:cs typeface="Calibri"/>
            </a:endParaRPr>
          </a:p>
          <a:p>
            <a:r>
              <a:rPr lang="en-US" i="1">
                <a:solidFill>
                  <a:schemeClr val="bg1"/>
                </a:solidFill>
                <a:latin typeface="Trebuchet MS"/>
              </a:rPr>
              <a:t>Ensuring Master Data Checks are undertaken correctly so the stock balance is correctly measured</a:t>
            </a:r>
            <a:endParaRPr lang="en-GB">
              <a:solidFill>
                <a:schemeClr val="bg1"/>
              </a:solidFill>
            </a:endParaRPr>
          </a:p>
        </p:txBody>
      </p:sp>
      <p:pic>
        <p:nvPicPr>
          <p:cNvPr id="3" name="Picture 2" descr="Cardboard boxes">
            <a:extLst>
              <a:ext uri="{FF2B5EF4-FFF2-40B4-BE49-F238E27FC236}">
                <a16:creationId xmlns:a16="http://schemas.microsoft.com/office/drawing/2014/main" id="{554A3FE2-89E9-1CD5-E5D4-30917797C72E}"/>
              </a:ext>
            </a:extLst>
          </p:cNvPr>
          <p:cNvPicPr>
            <a:picLocks noChangeAspect="1"/>
          </p:cNvPicPr>
          <p:nvPr/>
        </p:nvPicPr>
        <p:blipFill>
          <a:blip r:embed="rId2"/>
          <a:stretch>
            <a:fillRect/>
          </a:stretch>
        </p:blipFill>
        <p:spPr>
          <a:xfrm>
            <a:off x="1814" y="0"/>
            <a:ext cx="4876800" cy="6858000"/>
          </a:xfrm>
          <a:prstGeom prst="rect">
            <a:avLst/>
          </a:prstGeom>
        </p:spPr>
      </p:pic>
    </p:spTree>
    <p:extLst>
      <p:ext uri="{BB962C8B-B14F-4D97-AF65-F5344CB8AC3E}">
        <p14:creationId xmlns:p14="http://schemas.microsoft.com/office/powerpoint/2010/main" val="566515870"/>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AC357-C078-E5A6-6A29-35D8B03E7DCD}"/>
            </a:ext>
          </a:extLst>
        </p:cNvPr>
        <p:cNvGrpSpPr/>
        <p:nvPr/>
      </p:nvGrpSpPr>
      <p:grpSpPr>
        <a:xfrm>
          <a:off x="0" y="0"/>
          <a:ext cx="0" cy="0"/>
          <a:chOff x="0" y="0"/>
          <a:chExt cx="0" cy="0"/>
        </a:xfrm>
      </p:grpSpPr>
      <p:sp>
        <p:nvSpPr>
          <p:cNvPr id="32" name="Title 12">
            <a:extLst>
              <a:ext uri="{FF2B5EF4-FFF2-40B4-BE49-F238E27FC236}">
                <a16:creationId xmlns:a16="http://schemas.microsoft.com/office/drawing/2014/main" id="{DB57ED87-D0CE-78BB-3AA2-6F8C4F2596E5}"/>
              </a:ext>
            </a:extLst>
          </p:cNvPr>
          <p:cNvSpPr>
            <a:spLocks noGrp="1"/>
          </p:cNvSpPr>
          <p:nvPr>
            <p:ph type="title"/>
          </p:nvPr>
        </p:nvSpPr>
        <p:spPr>
          <a:xfrm>
            <a:off x="5085670" y="231905"/>
            <a:ext cx="4263589" cy="669600"/>
          </a:xfrm>
        </p:spPr>
        <p:txBody>
          <a:bodyPr lIns="91440" tIns="45720" rIns="91440" bIns="45720" anchor="t"/>
          <a:lstStyle/>
          <a:p>
            <a:r>
              <a:rPr lang="en-GB" b="1">
                <a:solidFill>
                  <a:schemeClr val="bg1"/>
                </a:solidFill>
                <a:latin typeface="Trebuchet MS"/>
              </a:rPr>
              <a:t>Motion</a:t>
            </a:r>
            <a:endParaRPr lang="en-GB" b="1" noProof="0">
              <a:solidFill>
                <a:schemeClr val="bg1"/>
              </a:solidFill>
              <a:latin typeface="Trebuchet MS"/>
            </a:endParaRPr>
          </a:p>
        </p:txBody>
      </p:sp>
      <p:sp>
        <p:nvSpPr>
          <p:cNvPr id="33" name="Text Placeholder 1">
            <a:extLst>
              <a:ext uri="{FF2B5EF4-FFF2-40B4-BE49-F238E27FC236}">
                <a16:creationId xmlns:a16="http://schemas.microsoft.com/office/drawing/2014/main" id="{E40FD186-BA46-6EA5-8B12-EE3D118788BA}"/>
              </a:ext>
            </a:extLst>
          </p:cNvPr>
          <p:cNvSpPr>
            <a:spLocks noGrp="1"/>
          </p:cNvSpPr>
          <p:nvPr/>
        </p:nvSpPr>
        <p:spPr>
          <a:xfrm>
            <a:off x="5120142" y="1371601"/>
            <a:ext cx="6538456" cy="504507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bg1"/>
                </a:solidFill>
                <a:latin typeface="Trebuchet MS"/>
              </a:rPr>
              <a:t>Unnecessary motion involves people moving unnecessarily to retrieve equipment, product or machinery.</a:t>
            </a:r>
          </a:p>
          <a:p>
            <a:r>
              <a:rPr lang="en-US">
                <a:solidFill>
                  <a:schemeClr val="bg1"/>
                </a:solidFill>
                <a:latin typeface="Trebuchet MS"/>
              </a:rPr>
              <a:t>The movement could be any motion in the process, such as moving, stretching, bending, reaching, lifting and walking, that doesn’t add any value to the process. </a:t>
            </a:r>
            <a:endParaRPr lang="en-US">
              <a:solidFill>
                <a:schemeClr val="bg1"/>
              </a:solidFill>
              <a:latin typeface="Trebuchet MS"/>
              <a:ea typeface="Calibri"/>
              <a:cs typeface="Calibri"/>
            </a:endParaRPr>
          </a:p>
          <a:p>
            <a:r>
              <a:rPr lang="en-US">
                <a:solidFill>
                  <a:schemeClr val="bg1"/>
                </a:solidFill>
                <a:latin typeface="Trebuchet MS"/>
              </a:rPr>
              <a:t>Removing unnecessary motion from a process helps to improve productivity and ensure safety is maximized.</a:t>
            </a:r>
            <a:endParaRPr lang="en-US">
              <a:solidFill>
                <a:schemeClr val="bg1"/>
              </a:solidFill>
              <a:latin typeface="Trebuchet MS"/>
              <a:ea typeface="Calibri"/>
              <a:cs typeface="Calibri"/>
            </a:endParaRPr>
          </a:p>
          <a:p>
            <a:endParaRPr lang="en-US">
              <a:solidFill>
                <a:schemeClr val="bg1"/>
              </a:solidFill>
              <a:latin typeface="Trebuchet MS"/>
              <a:ea typeface="Calibri"/>
              <a:cs typeface="Calibri"/>
            </a:endParaRPr>
          </a:p>
          <a:p>
            <a:r>
              <a:rPr lang="en-US" b="1">
                <a:solidFill>
                  <a:schemeClr val="bg1"/>
                </a:solidFill>
                <a:latin typeface="Trebuchet MS"/>
              </a:rPr>
              <a:t>Example?</a:t>
            </a:r>
            <a:endParaRPr lang="en-US">
              <a:solidFill>
                <a:schemeClr val="bg1"/>
              </a:solidFill>
              <a:latin typeface="Trebuchet MS"/>
              <a:ea typeface="Calibri"/>
              <a:cs typeface="Calibri"/>
            </a:endParaRPr>
          </a:p>
          <a:p>
            <a:r>
              <a:rPr lang="en-US" i="1">
                <a:solidFill>
                  <a:schemeClr val="bg1"/>
                </a:solidFill>
                <a:latin typeface="Trebuchet MS"/>
              </a:rPr>
              <a:t>Equipment not located where the activity takes place(5S is a tool that can improve this).</a:t>
            </a:r>
            <a:endParaRPr lang="en-GB"/>
          </a:p>
        </p:txBody>
      </p:sp>
      <p:pic>
        <p:nvPicPr>
          <p:cNvPr id="2" name="Picture 1" descr="Person's feet and legs in silhouette shadow walking away on cobblestone street in black and white">
            <a:extLst>
              <a:ext uri="{FF2B5EF4-FFF2-40B4-BE49-F238E27FC236}">
                <a16:creationId xmlns:a16="http://schemas.microsoft.com/office/drawing/2014/main" id="{39E945B4-A5EE-A759-6E56-F35B8DE77BF9}"/>
              </a:ext>
            </a:extLst>
          </p:cNvPr>
          <p:cNvPicPr>
            <a:picLocks noChangeAspect="1"/>
          </p:cNvPicPr>
          <p:nvPr/>
        </p:nvPicPr>
        <p:blipFill>
          <a:blip r:embed="rId2"/>
          <a:stretch>
            <a:fillRect/>
          </a:stretch>
        </p:blipFill>
        <p:spPr>
          <a:xfrm>
            <a:off x="1814" y="0"/>
            <a:ext cx="4876800" cy="6858000"/>
          </a:xfrm>
          <a:prstGeom prst="rect">
            <a:avLst/>
          </a:prstGeom>
        </p:spPr>
      </p:pic>
    </p:spTree>
    <p:extLst>
      <p:ext uri="{BB962C8B-B14F-4D97-AF65-F5344CB8AC3E}">
        <p14:creationId xmlns:p14="http://schemas.microsoft.com/office/powerpoint/2010/main" val="3098685982"/>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FD248-F9F7-B82D-177D-F9CA919D7704}"/>
            </a:ext>
          </a:extLst>
        </p:cNvPr>
        <p:cNvGrpSpPr/>
        <p:nvPr/>
      </p:nvGrpSpPr>
      <p:grpSpPr>
        <a:xfrm>
          <a:off x="0" y="0"/>
          <a:ext cx="0" cy="0"/>
          <a:chOff x="0" y="0"/>
          <a:chExt cx="0" cy="0"/>
        </a:xfrm>
      </p:grpSpPr>
      <p:sp>
        <p:nvSpPr>
          <p:cNvPr id="32" name="Title 12">
            <a:extLst>
              <a:ext uri="{FF2B5EF4-FFF2-40B4-BE49-F238E27FC236}">
                <a16:creationId xmlns:a16="http://schemas.microsoft.com/office/drawing/2014/main" id="{5EF50800-FAD9-D9C6-3FFC-4EECC0241608}"/>
              </a:ext>
            </a:extLst>
          </p:cNvPr>
          <p:cNvSpPr>
            <a:spLocks noGrp="1"/>
          </p:cNvSpPr>
          <p:nvPr>
            <p:ph type="title"/>
          </p:nvPr>
        </p:nvSpPr>
        <p:spPr>
          <a:xfrm>
            <a:off x="5085670" y="231905"/>
            <a:ext cx="4263589" cy="669600"/>
          </a:xfrm>
        </p:spPr>
        <p:txBody>
          <a:bodyPr lIns="91440" tIns="45720" rIns="91440" bIns="45720" anchor="t"/>
          <a:lstStyle/>
          <a:p>
            <a:r>
              <a:rPr lang="en-GB" b="1">
                <a:solidFill>
                  <a:schemeClr val="bg1"/>
                </a:solidFill>
                <a:latin typeface="Trebuchet MS"/>
              </a:rPr>
              <a:t>Waiting</a:t>
            </a:r>
            <a:endParaRPr lang="en-GB" b="1" noProof="0">
              <a:solidFill>
                <a:schemeClr val="bg1"/>
              </a:solidFill>
              <a:latin typeface="Trebuchet MS"/>
            </a:endParaRPr>
          </a:p>
        </p:txBody>
      </p:sp>
      <p:sp>
        <p:nvSpPr>
          <p:cNvPr id="33" name="Text Placeholder 1">
            <a:extLst>
              <a:ext uri="{FF2B5EF4-FFF2-40B4-BE49-F238E27FC236}">
                <a16:creationId xmlns:a16="http://schemas.microsoft.com/office/drawing/2014/main" id="{749DCAEE-6651-B6E1-0D6B-940BECFF8A18}"/>
              </a:ext>
            </a:extLst>
          </p:cNvPr>
          <p:cNvSpPr>
            <a:spLocks noGrp="1"/>
          </p:cNvSpPr>
          <p:nvPr/>
        </p:nvSpPr>
        <p:spPr>
          <a:xfrm>
            <a:off x="5120142" y="1371601"/>
            <a:ext cx="6538456" cy="504507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solidFill>
                <a:schemeClr val="bg1"/>
              </a:solidFill>
              <a:latin typeface="Trebuchet MS"/>
            </a:endParaRPr>
          </a:p>
        </p:txBody>
      </p:sp>
      <p:pic>
        <p:nvPicPr>
          <p:cNvPr id="3" name="Picture 2" descr="Hourglass on a flat surface">
            <a:extLst>
              <a:ext uri="{FF2B5EF4-FFF2-40B4-BE49-F238E27FC236}">
                <a16:creationId xmlns:a16="http://schemas.microsoft.com/office/drawing/2014/main" id="{D254DB5F-2798-1DC3-30C6-4AE081938B16}"/>
              </a:ext>
            </a:extLst>
          </p:cNvPr>
          <p:cNvPicPr>
            <a:picLocks noChangeAspect="1"/>
          </p:cNvPicPr>
          <p:nvPr/>
        </p:nvPicPr>
        <p:blipFill>
          <a:blip r:embed="rId2"/>
          <a:stretch>
            <a:fillRect/>
          </a:stretch>
        </p:blipFill>
        <p:spPr>
          <a:xfrm>
            <a:off x="1814" y="0"/>
            <a:ext cx="4876800" cy="6858000"/>
          </a:xfrm>
          <a:prstGeom prst="rect">
            <a:avLst/>
          </a:prstGeom>
        </p:spPr>
      </p:pic>
      <p:sp>
        <p:nvSpPr>
          <p:cNvPr id="4" name="Text Placeholder 18">
            <a:extLst>
              <a:ext uri="{FF2B5EF4-FFF2-40B4-BE49-F238E27FC236}">
                <a16:creationId xmlns:a16="http://schemas.microsoft.com/office/drawing/2014/main" id="{DAE27FDD-5BE6-41B4-83D6-04CDE3349186}"/>
              </a:ext>
            </a:extLst>
          </p:cNvPr>
          <p:cNvSpPr>
            <a:spLocks noGrp="1"/>
          </p:cNvSpPr>
          <p:nvPr/>
        </p:nvSpPr>
        <p:spPr>
          <a:xfrm>
            <a:off x="5212669" y="1173843"/>
            <a:ext cx="6554788" cy="513397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bg1"/>
                </a:solidFill>
              </a:rPr>
              <a:t>Waiting is often an overlooked waste and can occur any time within the process where product or people are waiting for the next stage of the process.</a:t>
            </a:r>
            <a:endParaRPr lang="en-US">
              <a:solidFill>
                <a:schemeClr val="bg1"/>
              </a:solidFill>
              <a:ea typeface="Calibri"/>
              <a:cs typeface="Calibri"/>
            </a:endParaRPr>
          </a:p>
          <a:p>
            <a:r>
              <a:rPr lang="en-US">
                <a:solidFill>
                  <a:schemeClr val="bg1"/>
                </a:solidFill>
              </a:rPr>
              <a:t>Waiting can be caused by:</a:t>
            </a:r>
            <a:endParaRPr lang="en-US">
              <a:solidFill>
                <a:schemeClr val="bg1"/>
              </a:solidFill>
              <a:ea typeface="Calibri"/>
              <a:cs typeface="Calibri"/>
            </a:endParaRPr>
          </a:p>
          <a:p>
            <a:pPr marL="342900" indent="-342900">
              <a:buFont typeface="Wingdings" panose="05000000000000000000" pitchFamily="2" charset="2"/>
              <a:buChar char="§"/>
            </a:pPr>
            <a:r>
              <a:rPr lang="en-US">
                <a:solidFill>
                  <a:schemeClr val="bg1"/>
                </a:solidFill>
              </a:rPr>
              <a:t>Machinery downtime</a:t>
            </a:r>
            <a:endParaRPr lang="en-US">
              <a:solidFill>
                <a:schemeClr val="bg1"/>
              </a:solidFill>
              <a:ea typeface="Calibri"/>
              <a:cs typeface="Calibri"/>
            </a:endParaRPr>
          </a:p>
          <a:p>
            <a:pPr marL="342900" indent="-342900">
              <a:buFont typeface="Wingdings" panose="05000000000000000000" pitchFamily="2" charset="2"/>
              <a:buChar char="§"/>
            </a:pPr>
            <a:r>
              <a:rPr lang="en-US">
                <a:solidFill>
                  <a:schemeClr val="bg1"/>
                </a:solidFill>
              </a:rPr>
              <a:t>Waiting for approval/checks</a:t>
            </a:r>
            <a:endParaRPr lang="en-US">
              <a:solidFill>
                <a:schemeClr val="bg1"/>
              </a:solidFill>
              <a:ea typeface="Calibri"/>
              <a:cs typeface="Calibri"/>
            </a:endParaRPr>
          </a:p>
          <a:p>
            <a:pPr marL="342900" indent="-342900">
              <a:buFont typeface="Wingdings" panose="05000000000000000000" pitchFamily="2" charset="2"/>
              <a:buChar char="§"/>
            </a:pPr>
            <a:r>
              <a:rPr lang="en-US">
                <a:solidFill>
                  <a:schemeClr val="bg1"/>
                </a:solidFill>
              </a:rPr>
              <a:t>Resourcing imbalance (ineffective VS Takt Time)</a:t>
            </a:r>
            <a:endParaRPr lang="en-US">
              <a:solidFill>
                <a:schemeClr val="bg1"/>
              </a:solidFill>
              <a:ea typeface="Calibri"/>
              <a:cs typeface="Calibri"/>
            </a:endParaRPr>
          </a:p>
          <a:p>
            <a:pPr marL="342900" indent="-342900">
              <a:buFont typeface="Wingdings" panose="05000000000000000000" pitchFamily="2" charset="2"/>
              <a:buChar char="§"/>
            </a:pPr>
            <a:r>
              <a:rPr lang="en-US">
                <a:solidFill>
                  <a:schemeClr val="bg1"/>
                </a:solidFill>
              </a:rPr>
              <a:t>Congestion</a:t>
            </a:r>
            <a:endParaRPr lang="en-US">
              <a:solidFill>
                <a:schemeClr val="bg1"/>
              </a:solidFill>
              <a:ea typeface="Calibri"/>
              <a:cs typeface="Calibri"/>
            </a:endParaRPr>
          </a:p>
          <a:p>
            <a:endParaRPr lang="en-US" b="1">
              <a:solidFill>
                <a:schemeClr val="bg1"/>
              </a:solidFill>
              <a:ea typeface="Calibri"/>
              <a:cs typeface="Calibri"/>
            </a:endParaRPr>
          </a:p>
          <a:p>
            <a:r>
              <a:rPr lang="en-US" b="1">
                <a:solidFill>
                  <a:schemeClr val="bg1"/>
                </a:solidFill>
              </a:rPr>
              <a:t>Example?</a:t>
            </a:r>
            <a:endParaRPr lang="en-US" b="1">
              <a:solidFill>
                <a:schemeClr val="bg1"/>
              </a:solidFill>
              <a:ea typeface="Calibri"/>
              <a:cs typeface="Calibri"/>
            </a:endParaRPr>
          </a:p>
          <a:p>
            <a:r>
              <a:rPr lang="en-US" i="1">
                <a:solidFill>
                  <a:schemeClr val="bg1"/>
                </a:solidFill>
              </a:rPr>
              <a:t>Colleagues waiting to be deployed or be given the necessary equipment to undertake their role.</a:t>
            </a:r>
            <a:endParaRPr lang="en-US" i="1">
              <a:solidFill>
                <a:schemeClr val="bg1"/>
              </a:solidFill>
              <a:ea typeface="Calibri"/>
              <a:cs typeface="Calibri"/>
            </a:endParaRPr>
          </a:p>
        </p:txBody>
      </p:sp>
    </p:spTree>
    <p:extLst>
      <p:ext uri="{BB962C8B-B14F-4D97-AF65-F5344CB8AC3E}">
        <p14:creationId xmlns:p14="http://schemas.microsoft.com/office/powerpoint/2010/main" val="67038204"/>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34450-B1E6-39C1-10C1-E4B81F7FE7E6}"/>
            </a:ext>
          </a:extLst>
        </p:cNvPr>
        <p:cNvGrpSpPr/>
        <p:nvPr/>
      </p:nvGrpSpPr>
      <p:grpSpPr>
        <a:xfrm>
          <a:off x="0" y="0"/>
          <a:ext cx="0" cy="0"/>
          <a:chOff x="0" y="0"/>
          <a:chExt cx="0" cy="0"/>
        </a:xfrm>
      </p:grpSpPr>
      <p:sp>
        <p:nvSpPr>
          <p:cNvPr id="32" name="Title 12">
            <a:extLst>
              <a:ext uri="{FF2B5EF4-FFF2-40B4-BE49-F238E27FC236}">
                <a16:creationId xmlns:a16="http://schemas.microsoft.com/office/drawing/2014/main" id="{52947E0C-4EDA-2071-A5D0-7A07A19AEF7A}"/>
              </a:ext>
            </a:extLst>
          </p:cNvPr>
          <p:cNvSpPr>
            <a:spLocks noGrp="1"/>
          </p:cNvSpPr>
          <p:nvPr>
            <p:ph type="title"/>
          </p:nvPr>
        </p:nvSpPr>
        <p:spPr>
          <a:xfrm>
            <a:off x="5112884" y="231905"/>
            <a:ext cx="4662732" cy="669600"/>
          </a:xfrm>
        </p:spPr>
        <p:txBody>
          <a:bodyPr lIns="91440" tIns="45720" rIns="91440" bIns="45720" anchor="t"/>
          <a:lstStyle/>
          <a:p>
            <a:r>
              <a:rPr lang="en-GB" b="1">
                <a:solidFill>
                  <a:schemeClr val="bg1"/>
                </a:solidFill>
                <a:latin typeface="Trebuchet MS"/>
              </a:rPr>
              <a:t>Over-Processing</a:t>
            </a:r>
            <a:endParaRPr lang="en-GB" b="1" noProof="0">
              <a:solidFill>
                <a:schemeClr val="bg1"/>
              </a:solidFill>
              <a:latin typeface="Trebuchet MS"/>
            </a:endParaRPr>
          </a:p>
        </p:txBody>
      </p:sp>
      <p:sp>
        <p:nvSpPr>
          <p:cNvPr id="33" name="Text Placeholder 1">
            <a:extLst>
              <a:ext uri="{FF2B5EF4-FFF2-40B4-BE49-F238E27FC236}">
                <a16:creationId xmlns:a16="http://schemas.microsoft.com/office/drawing/2014/main" id="{5CFEADAD-3FB6-0858-1357-587723022A53}"/>
              </a:ext>
            </a:extLst>
          </p:cNvPr>
          <p:cNvSpPr>
            <a:spLocks noGrp="1"/>
          </p:cNvSpPr>
          <p:nvPr/>
        </p:nvSpPr>
        <p:spPr>
          <a:xfrm>
            <a:off x="5120142" y="1371601"/>
            <a:ext cx="6538456" cy="504507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solidFill>
                <a:schemeClr val="bg1"/>
              </a:solidFill>
              <a:latin typeface="Trebuchet MS"/>
            </a:endParaRPr>
          </a:p>
        </p:txBody>
      </p:sp>
      <p:sp>
        <p:nvSpPr>
          <p:cNvPr id="4" name="Text Placeholder 18">
            <a:extLst>
              <a:ext uri="{FF2B5EF4-FFF2-40B4-BE49-F238E27FC236}">
                <a16:creationId xmlns:a16="http://schemas.microsoft.com/office/drawing/2014/main" id="{5E68AD8B-94A7-7D45-164A-B36419330848}"/>
              </a:ext>
            </a:extLst>
          </p:cNvPr>
          <p:cNvSpPr>
            <a:spLocks noGrp="1"/>
          </p:cNvSpPr>
          <p:nvPr/>
        </p:nvSpPr>
        <p:spPr>
          <a:xfrm>
            <a:off x="5212669" y="1173843"/>
            <a:ext cx="6554788" cy="513397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bg1"/>
                </a:solidFill>
                <a:latin typeface="Trebuchet MS"/>
              </a:rPr>
              <a:t>Overprocessing often involves actions or activity being repeated, or processes being overengineered and involving many more steps than are required to reach the same output.</a:t>
            </a:r>
            <a:endParaRPr lang="en-US">
              <a:solidFill>
                <a:schemeClr val="bg1"/>
              </a:solidFill>
              <a:latin typeface="Trebuchet MS"/>
              <a:ea typeface="Calibri"/>
              <a:cs typeface="Calibri"/>
            </a:endParaRPr>
          </a:p>
          <a:p>
            <a:r>
              <a:rPr lang="en-US">
                <a:solidFill>
                  <a:schemeClr val="bg1"/>
                </a:solidFill>
                <a:latin typeface="Trebuchet MS"/>
              </a:rPr>
              <a:t>Some processes may in their entirety be classified as overprocessing, if the output is no longer a requirement.</a:t>
            </a:r>
            <a:endParaRPr lang="en-US">
              <a:solidFill>
                <a:schemeClr val="bg1"/>
              </a:solidFill>
              <a:latin typeface="Trebuchet MS"/>
              <a:ea typeface="Calibri"/>
              <a:cs typeface="Calibri"/>
            </a:endParaRPr>
          </a:p>
          <a:p>
            <a:endParaRPr lang="en-US">
              <a:solidFill>
                <a:schemeClr val="bg1"/>
              </a:solidFill>
              <a:latin typeface="Trebuchet MS"/>
              <a:ea typeface="Calibri"/>
              <a:cs typeface="Calibri"/>
            </a:endParaRPr>
          </a:p>
          <a:p>
            <a:r>
              <a:rPr lang="en-US" b="1">
                <a:solidFill>
                  <a:schemeClr val="bg1"/>
                </a:solidFill>
                <a:latin typeface="Trebuchet MS"/>
              </a:rPr>
              <a:t>Example:</a:t>
            </a:r>
            <a:endParaRPr lang="en-US">
              <a:solidFill>
                <a:schemeClr val="bg1"/>
              </a:solidFill>
              <a:latin typeface="Trebuchet MS"/>
            </a:endParaRPr>
          </a:p>
          <a:p>
            <a:pPr marL="342900" indent="-342900">
              <a:buFont typeface="Wingdings,Sans-Serif"/>
              <a:buChar char="§"/>
            </a:pPr>
            <a:r>
              <a:rPr lang="en-US" i="1">
                <a:solidFill>
                  <a:schemeClr val="bg1"/>
                </a:solidFill>
                <a:latin typeface="Trebuchet MS"/>
              </a:rPr>
              <a:t>Reports being generated and distributed that are no longer </a:t>
            </a:r>
            <a:r>
              <a:rPr lang="en-US" i="1" err="1">
                <a:solidFill>
                  <a:schemeClr val="bg1"/>
                </a:solidFill>
                <a:latin typeface="Trebuchet MS"/>
              </a:rPr>
              <a:t>utilised</a:t>
            </a:r>
            <a:r>
              <a:rPr lang="en-US" i="1">
                <a:solidFill>
                  <a:schemeClr val="bg1"/>
                </a:solidFill>
                <a:latin typeface="Trebuchet MS"/>
              </a:rPr>
              <a:t>.</a:t>
            </a:r>
            <a:endParaRPr lang="en-US">
              <a:solidFill>
                <a:schemeClr val="bg1"/>
              </a:solidFill>
              <a:latin typeface="Trebuchet MS"/>
              <a:ea typeface="Calibri"/>
              <a:cs typeface="Calibri"/>
            </a:endParaRPr>
          </a:p>
          <a:p>
            <a:pPr marL="342900" indent="-342900">
              <a:buFont typeface="Wingdings,Sans-Serif"/>
              <a:buChar char="§"/>
            </a:pPr>
            <a:r>
              <a:rPr lang="en-US" i="1">
                <a:solidFill>
                  <a:schemeClr val="bg1"/>
                </a:solidFill>
                <a:latin typeface="Trebuchet MS"/>
              </a:rPr>
              <a:t>Excessive packaging being applied to products (tape etc.)</a:t>
            </a:r>
            <a:endParaRPr lang="en-US">
              <a:solidFill>
                <a:schemeClr val="bg1"/>
              </a:solidFill>
              <a:latin typeface="Trebuchet MS"/>
            </a:endParaRPr>
          </a:p>
          <a:p>
            <a:pPr marL="342900" indent="-342900">
              <a:buFont typeface="Wingdings,Sans-Serif"/>
              <a:buChar char="§"/>
            </a:pPr>
            <a:r>
              <a:rPr lang="en-US" i="1">
                <a:solidFill>
                  <a:schemeClr val="bg1"/>
                </a:solidFill>
                <a:latin typeface="Trebuchet MS"/>
              </a:rPr>
              <a:t>Undertaking more checks than are necessary for the process</a:t>
            </a:r>
            <a:endParaRPr lang="en-US"/>
          </a:p>
        </p:txBody>
      </p:sp>
      <p:pic>
        <p:nvPicPr>
          <p:cNvPr id="2" name="Picture 1" descr="A close up of a clipboard with a pen&#10;&#10;AI-generated content may be incorrect.">
            <a:extLst>
              <a:ext uri="{FF2B5EF4-FFF2-40B4-BE49-F238E27FC236}">
                <a16:creationId xmlns:a16="http://schemas.microsoft.com/office/drawing/2014/main" id="{345CA19D-D104-CCEC-B128-2037DA8257CC}"/>
              </a:ext>
            </a:extLst>
          </p:cNvPr>
          <p:cNvPicPr>
            <a:picLocks noChangeAspect="1"/>
          </p:cNvPicPr>
          <p:nvPr/>
        </p:nvPicPr>
        <p:blipFill>
          <a:blip r:embed="rId2"/>
          <a:stretch>
            <a:fillRect/>
          </a:stretch>
        </p:blipFill>
        <p:spPr>
          <a:xfrm>
            <a:off x="1814" y="0"/>
            <a:ext cx="4876800" cy="6858000"/>
          </a:xfrm>
          <a:prstGeom prst="rect">
            <a:avLst/>
          </a:prstGeom>
        </p:spPr>
      </p:pic>
    </p:spTree>
    <p:extLst>
      <p:ext uri="{BB962C8B-B14F-4D97-AF65-F5344CB8AC3E}">
        <p14:creationId xmlns:p14="http://schemas.microsoft.com/office/powerpoint/2010/main" val="3580168884"/>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729BC-10DB-03BD-CA1A-6CBCF983B7CA}"/>
            </a:ext>
          </a:extLst>
        </p:cNvPr>
        <p:cNvGrpSpPr/>
        <p:nvPr/>
      </p:nvGrpSpPr>
      <p:grpSpPr>
        <a:xfrm>
          <a:off x="0" y="0"/>
          <a:ext cx="0" cy="0"/>
          <a:chOff x="0" y="0"/>
          <a:chExt cx="0" cy="0"/>
        </a:xfrm>
      </p:grpSpPr>
      <p:sp>
        <p:nvSpPr>
          <p:cNvPr id="32" name="Title 12">
            <a:extLst>
              <a:ext uri="{FF2B5EF4-FFF2-40B4-BE49-F238E27FC236}">
                <a16:creationId xmlns:a16="http://schemas.microsoft.com/office/drawing/2014/main" id="{D848F8EF-C146-62AE-30B5-E299C4DD191B}"/>
              </a:ext>
            </a:extLst>
          </p:cNvPr>
          <p:cNvSpPr>
            <a:spLocks noGrp="1"/>
          </p:cNvSpPr>
          <p:nvPr>
            <p:ph type="title"/>
          </p:nvPr>
        </p:nvSpPr>
        <p:spPr>
          <a:xfrm>
            <a:off x="5112884" y="231905"/>
            <a:ext cx="4662732" cy="669600"/>
          </a:xfrm>
        </p:spPr>
        <p:txBody>
          <a:bodyPr lIns="91440" tIns="45720" rIns="91440" bIns="45720" anchor="t"/>
          <a:lstStyle/>
          <a:p>
            <a:r>
              <a:rPr lang="en-GB" b="1">
                <a:solidFill>
                  <a:schemeClr val="bg1"/>
                </a:solidFill>
                <a:latin typeface="Trebuchet MS"/>
              </a:rPr>
              <a:t>Over-Production</a:t>
            </a:r>
            <a:endParaRPr lang="en-GB" b="1" noProof="0">
              <a:solidFill>
                <a:schemeClr val="bg1"/>
              </a:solidFill>
              <a:latin typeface="Trebuchet MS"/>
            </a:endParaRPr>
          </a:p>
        </p:txBody>
      </p:sp>
      <p:sp>
        <p:nvSpPr>
          <p:cNvPr id="33" name="Text Placeholder 1">
            <a:extLst>
              <a:ext uri="{FF2B5EF4-FFF2-40B4-BE49-F238E27FC236}">
                <a16:creationId xmlns:a16="http://schemas.microsoft.com/office/drawing/2014/main" id="{14F4EEED-02F5-1A51-F5D1-7F7785EE8715}"/>
              </a:ext>
            </a:extLst>
          </p:cNvPr>
          <p:cNvSpPr>
            <a:spLocks noGrp="1"/>
          </p:cNvSpPr>
          <p:nvPr/>
        </p:nvSpPr>
        <p:spPr>
          <a:xfrm>
            <a:off x="5120142" y="1371601"/>
            <a:ext cx="6538456" cy="504507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solidFill>
                <a:schemeClr val="bg1"/>
              </a:solidFill>
              <a:latin typeface="Trebuchet MS"/>
            </a:endParaRPr>
          </a:p>
        </p:txBody>
      </p:sp>
      <p:sp>
        <p:nvSpPr>
          <p:cNvPr id="4" name="Text Placeholder 18">
            <a:extLst>
              <a:ext uri="{FF2B5EF4-FFF2-40B4-BE49-F238E27FC236}">
                <a16:creationId xmlns:a16="http://schemas.microsoft.com/office/drawing/2014/main" id="{F963F3D9-0206-F5F5-90A1-AF74B7CD4CBE}"/>
              </a:ext>
            </a:extLst>
          </p:cNvPr>
          <p:cNvSpPr>
            <a:spLocks noGrp="1"/>
          </p:cNvSpPr>
          <p:nvPr/>
        </p:nvSpPr>
        <p:spPr>
          <a:xfrm>
            <a:off x="5212669" y="1173843"/>
            <a:ext cx="6554788" cy="513397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bg1"/>
                </a:solidFill>
                <a:latin typeface="Trebuchet MS"/>
              </a:rPr>
              <a:t>Overproduction often occurs when more products or materials are produced than is required by the customer.</a:t>
            </a:r>
          </a:p>
          <a:p>
            <a:r>
              <a:rPr lang="en-US">
                <a:solidFill>
                  <a:schemeClr val="bg1"/>
                </a:solidFill>
                <a:latin typeface="Trebuchet MS"/>
              </a:rPr>
              <a:t>Overproduction leads to further wastes in Motion, Waiting and Inventory.</a:t>
            </a:r>
            <a:endParaRPr lang="en-US">
              <a:solidFill>
                <a:schemeClr val="bg1"/>
              </a:solidFill>
              <a:latin typeface="Trebuchet MS"/>
              <a:ea typeface="Calibri"/>
              <a:cs typeface="Calibri"/>
            </a:endParaRPr>
          </a:p>
          <a:p>
            <a:r>
              <a:rPr lang="en-US">
                <a:solidFill>
                  <a:schemeClr val="bg1"/>
                </a:solidFill>
                <a:latin typeface="Trebuchet MS"/>
              </a:rPr>
              <a:t>A </a:t>
            </a:r>
            <a:r>
              <a:rPr lang="en-US" b="1" i="1">
                <a:solidFill>
                  <a:schemeClr val="bg1"/>
                </a:solidFill>
                <a:latin typeface="Trebuchet MS"/>
              </a:rPr>
              <a:t>Just-in-Time </a:t>
            </a:r>
            <a:r>
              <a:rPr lang="en-US">
                <a:solidFill>
                  <a:schemeClr val="bg1"/>
                </a:solidFill>
                <a:latin typeface="Trebuchet MS"/>
              </a:rPr>
              <a:t>system of working helps to reduce these unnecessary wastes, by focusing on the product that is required and working on this at the right time to hit the required deadline.</a:t>
            </a:r>
            <a:endParaRPr lang="en-US">
              <a:solidFill>
                <a:schemeClr val="bg1"/>
              </a:solidFill>
              <a:latin typeface="Trebuchet MS"/>
              <a:ea typeface="Calibri"/>
              <a:cs typeface="Calibri"/>
            </a:endParaRPr>
          </a:p>
          <a:p>
            <a:endParaRPr lang="en-US">
              <a:solidFill>
                <a:schemeClr val="bg1"/>
              </a:solidFill>
              <a:latin typeface="Trebuchet MS"/>
              <a:ea typeface="Calibri"/>
              <a:cs typeface="Calibri"/>
            </a:endParaRPr>
          </a:p>
          <a:p>
            <a:r>
              <a:rPr lang="en-US" b="1">
                <a:solidFill>
                  <a:schemeClr val="bg1"/>
                </a:solidFill>
                <a:latin typeface="Trebuchet MS"/>
              </a:rPr>
              <a:t>Example:</a:t>
            </a:r>
            <a:endParaRPr lang="en-US">
              <a:solidFill>
                <a:schemeClr val="bg1"/>
              </a:solidFill>
              <a:latin typeface="Trebuchet MS"/>
            </a:endParaRPr>
          </a:p>
          <a:p>
            <a:r>
              <a:rPr lang="en-US" i="1">
                <a:solidFill>
                  <a:schemeClr val="bg1"/>
                </a:solidFill>
                <a:latin typeface="Trebuchet MS"/>
              </a:rPr>
              <a:t>Resourcing an area too heavily for the work that is available and leading to the area picking out.</a:t>
            </a:r>
            <a:endParaRPr lang="en-US">
              <a:solidFill>
                <a:schemeClr val="bg1"/>
              </a:solidFill>
            </a:endParaRPr>
          </a:p>
        </p:txBody>
      </p:sp>
      <p:pic>
        <p:nvPicPr>
          <p:cNvPr id="3" name="Picture 2" descr="Pile of carboard boxes">
            <a:extLst>
              <a:ext uri="{FF2B5EF4-FFF2-40B4-BE49-F238E27FC236}">
                <a16:creationId xmlns:a16="http://schemas.microsoft.com/office/drawing/2014/main" id="{D8635792-09DF-D65E-6CB7-B865B922DDF9}"/>
              </a:ext>
            </a:extLst>
          </p:cNvPr>
          <p:cNvPicPr>
            <a:picLocks noChangeAspect="1"/>
          </p:cNvPicPr>
          <p:nvPr/>
        </p:nvPicPr>
        <p:blipFill>
          <a:blip r:embed="rId2"/>
          <a:stretch>
            <a:fillRect/>
          </a:stretch>
        </p:blipFill>
        <p:spPr>
          <a:xfrm>
            <a:off x="0" y="0"/>
            <a:ext cx="4844143" cy="6858000"/>
          </a:xfrm>
          <a:prstGeom prst="rect">
            <a:avLst/>
          </a:prstGeom>
        </p:spPr>
      </p:pic>
    </p:spTree>
    <p:extLst>
      <p:ext uri="{BB962C8B-B14F-4D97-AF65-F5344CB8AC3E}">
        <p14:creationId xmlns:p14="http://schemas.microsoft.com/office/powerpoint/2010/main" val="1704945078"/>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4CE14-7BF8-0E45-7E67-AE7E5A39A636}"/>
            </a:ext>
          </a:extLst>
        </p:cNvPr>
        <p:cNvGrpSpPr/>
        <p:nvPr/>
      </p:nvGrpSpPr>
      <p:grpSpPr>
        <a:xfrm>
          <a:off x="0" y="0"/>
          <a:ext cx="0" cy="0"/>
          <a:chOff x="0" y="0"/>
          <a:chExt cx="0" cy="0"/>
        </a:xfrm>
      </p:grpSpPr>
      <p:sp>
        <p:nvSpPr>
          <p:cNvPr id="32" name="Title 12">
            <a:extLst>
              <a:ext uri="{FF2B5EF4-FFF2-40B4-BE49-F238E27FC236}">
                <a16:creationId xmlns:a16="http://schemas.microsoft.com/office/drawing/2014/main" id="{538BD60E-D35E-8DA0-500B-F8CF3DFE6F2A}"/>
              </a:ext>
            </a:extLst>
          </p:cNvPr>
          <p:cNvSpPr>
            <a:spLocks noGrp="1"/>
          </p:cNvSpPr>
          <p:nvPr>
            <p:ph type="title"/>
          </p:nvPr>
        </p:nvSpPr>
        <p:spPr>
          <a:xfrm>
            <a:off x="5112884" y="231905"/>
            <a:ext cx="4662732" cy="669600"/>
          </a:xfrm>
        </p:spPr>
        <p:txBody>
          <a:bodyPr lIns="91440" tIns="45720" rIns="91440" bIns="45720" anchor="t"/>
          <a:lstStyle/>
          <a:p>
            <a:r>
              <a:rPr lang="en-GB" b="1">
                <a:solidFill>
                  <a:schemeClr val="bg1"/>
                </a:solidFill>
                <a:latin typeface="Trebuchet MS"/>
              </a:rPr>
              <a:t>Defects</a:t>
            </a:r>
            <a:endParaRPr lang="en-GB" b="1" noProof="0">
              <a:solidFill>
                <a:schemeClr val="bg1"/>
              </a:solidFill>
              <a:latin typeface="Trebuchet MS"/>
            </a:endParaRPr>
          </a:p>
        </p:txBody>
      </p:sp>
      <p:sp>
        <p:nvSpPr>
          <p:cNvPr id="33" name="Text Placeholder 1">
            <a:extLst>
              <a:ext uri="{FF2B5EF4-FFF2-40B4-BE49-F238E27FC236}">
                <a16:creationId xmlns:a16="http://schemas.microsoft.com/office/drawing/2014/main" id="{7C100BA0-A12F-4C8F-E309-D6162F8F9497}"/>
              </a:ext>
            </a:extLst>
          </p:cNvPr>
          <p:cNvSpPr>
            <a:spLocks noGrp="1"/>
          </p:cNvSpPr>
          <p:nvPr/>
        </p:nvSpPr>
        <p:spPr>
          <a:xfrm>
            <a:off x="5120142" y="1371601"/>
            <a:ext cx="6538456" cy="504507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solidFill>
                <a:schemeClr val="bg1"/>
              </a:solidFill>
              <a:latin typeface="Trebuchet MS"/>
            </a:endParaRPr>
          </a:p>
        </p:txBody>
      </p:sp>
      <p:sp>
        <p:nvSpPr>
          <p:cNvPr id="4" name="Text Placeholder 18">
            <a:extLst>
              <a:ext uri="{FF2B5EF4-FFF2-40B4-BE49-F238E27FC236}">
                <a16:creationId xmlns:a16="http://schemas.microsoft.com/office/drawing/2014/main" id="{969C66A7-5F5F-9A76-FCAA-5C298D9125C9}"/>
              </a:ext>
            </a:extLst>
          </p:cNvPr>
          <p:cNvSpPr>
            <a:spLocks noGrp="1"/>
          </p:cNvSpPr>
          <p:nvPr/>
        </p:nvSpPr>
        <p:spPr>
          <a:xfrm>
            <a:off x="5212669" y="1173843"/>
            <a:ext cx="6554788" cy="513397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bg1"/>
                </a:solidFill>
                <a:latin typeface="Trebuchet MS"/>
              </a:rPr>
              <a:t>Defects could be considered the worst of the seven wastes. </a:t>
            </a:r>
          </a:p>
          <a:p>
            <a:r>
              <a:rPr lang="en-US">
                <a:solidFill>
                  <a:schemeClr val="bg1"/>
                </a:solidFill>
                <a:latin typeface="Trebuchet MS"/>
              </a:rPr>
              <a:t>These can be described as products that do not meet the required standards, or products that must either be scrapped or reworked, thus adding costs to the operation but not adding value for the customer.</a:t>
            </a:r>
            <a:endParaRPr lang="en-US">
              <a:solidFill>
                <a:schemeClr val="bg1"/>
              </a:solidFill>
              <a:latin typeface="Trebuchet MS"/>
              <a:ea typeface="Calibri"/>
              <a:cs typeface="Calibri"/>
            </a:endParaRPr>
          </a:p>
          <a:p>
            <a:endParaRPr lang="en-US">
              <a:solidFill>
                <a:schemeClr val="bg1"/>
              </a:solidFill>
              <a:latin typeface="Trebuchet MS"/>
              <a:ea typeface="Calibri"/>
              <a:cs typeface="Calibri"/>
            </a:endParaRPr>
          </a:p>
          <a:p>
            <a:r>
              <a:rPr lang="en-US" b="1">
                <a:solidFill>
                  <a:schemeClr val="bg1"/>
                </a:solidFill>
                <a:latin typeface="Trebuchet MS"/>
              </a:rPr>
              <a:t>Example:</a:t>
            </a:r>
            <a:endParaRPr lang="en-US">
              <a:solidFill>
                <a:schemeClr val="bg1"/>
              </a:solidFill>
              <a:latin typeface="Trebuchet MS"/>
            </a:endParaRPr>
          </a:p>
          <a:p>
            <a:pPr marL="342900" indent="-342900">
              <a:buFont typeface="Wingdings,Sans-Serif"/>
              <a:buChar char="§"/>
            </a:pPr>
            <a:r>
              <a:rPr lang="en-US" i="1">
                <a:solidFill>
                  <a:schemeClr val="bg1"/>
                </a:solidFill>
                <a:latin typeface="Trebuchet MS"/>
              </a:rPr>
              <a:t>Picking the wrong product</a:t>
            </a:r>
            <a:endParaRPr lang="en-US">
              <a:solidFill>
                <a:schemeClr val="bg1"/>
              </a:solidFill>
              <a:latin typeface="Trebuchet MS"/>
            </a:endParaRPr>
          </a:p>
          <a:p>
            <a:pPr marL="342900" indent="-342900">
              <a:buFont typeface="Wingdings,Sans-Serif"/>
              <a:buChar char="§"/>
            </a:pPr>
            <a:r>
              <a:rPr lang="en-US" i="1">
                <a:solidFill>
                  <a:schemeClr val="bg1"/>
                </a:solidFill>
                <a:latin typeface="Trebuchet MS"/>
              </a:rPr>
              <a:t>Not packaging a product correctly leading the product to be damaged and unsaleable</a:t>
            </a:r>
            <a:endParaRPr lang="en-US">
              <a:solidFill>
                <a:schemeClr val="bg1"/>
              </a:solidFill>
            </a:endParaRPr>
          </a:p>
        </p:txBody>
      </p:sp>
      <p:pic>
        <p:nvPicPr>
          <p:cNvPr id="2" name="Picture 1" descr="Empty eggshell broken in half">
            <a:extLst>
              <a:ext uri="{FF2B5EF4-FFF2-40B4-BE49-F238E27FC236}">
                <a16:creationId xmlns:a16="http://schemas.microsoft.com/office/drawing/2014/main" id="{C1385A3F-2FFD-F06B-2395-EBB8237DE5B2}"/>
              </a:ext>
            </a:extLst>
          </p:cNvPr>
          <p:cNvPicPr>
            <a:picLocks noChangeAspect="1"/>
          </p:cNvPicPr>
          <p:nvPr/>
        </p:nvPicPr>
        <p:blipFill>
          <a:blip r:embed="rId2"/>
          <a:stretch>
            <a:fillRect/>
          </a:stretch>
        </p:blipFill>
        <p:spPr>
          <a:xfrm>
            <a:off x="0" y="0"/>
            <a:ext cx="4876800" cy="6858000"/>
          </a:xfrm>
          <a:prstGeom prst="rect">
            <a:avLst/>
          </a:prstGeom>
        </p:spPr>
      </p:pic>
    </p:spTree>
    <p:extLst>
      <p:ext uri="{BB962C8B-B14F-4D97-AF65-F5344CB8AC3E}">
        <p14:creationId xmlns:p14="http://schemas.microsoft.com/office/powerpoint/2010/main" val="64798258"/>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2D2E7-1D95-D663-4E88-370DD37BD3E4}"/>
            </a:ext>
          </a:extLst>
        </p:cNvPr>
        <p:cNvGrpSpPr/>
        <p:nvPr/>
      </p:nvGrpSpPr>
      <p:grpSpPr>
        <a:xfrm>
          <a:off x="0" y="0"/>
          <a:ext cx="0" cy="0"/>
          <a:chOff x="0" y="0"/>
          <a:chExt cx="0" cy="0"/>
        </a:xfrm>
      </p:grpSpPr>
      <p:sp>
        <p:nvSpPr>
          <p:cNvPr id="32" name="Title 12">
            <a:extLst>
              <a:ext uri="{FF2B5EF4-FFF2-40B4-BE49-F238E27FC236}">
                <a16:creationId xmlns:a16="http://schemas.microsoft.com/office/drawing/2014/main" id="{C6DB06FE-325B-2FB0-E396-7C817BAB6AE4}"/>
              </a:ext>
            </a:extLst>
          </p:cNvPr>
          <p:cNvSpPr>
            <a:spLocks noGrp="1"/>
          </p:cNvSpPr>
          <p:nvPr>
            <p:ph type="title"/>
          </p:nvPr>
        </p:nvSpPr>
        <p:spPr>
          <a:xfrm>
            <a:off x="5112884" y="231905"/>
            <a:ext cx="4662732" cy="669600"/>
          </a:xfrm>
        </p:spPr>
        <p:txBody>
          <a:bodyPr lIns="91440" tIns="45720" rIns="91440" bIns="45720" anchor="t"/>
          <a:lstStyle/>
          <a:p>
            <a:r>
              <a:rPr lang="en-GB" b="1">
                <a:solidFill>
                  <a:schemeClr val="bg1"/>
                </a:solidFill>
                <a:latin typeface="Trebuchet MS"/>
              </a:rPr>
              <a:t>Skills</a:t>
            </a:r>
            <a:endParaRPr lang="en-GB" b="1" noProof="0">
              <a:solidFill>
                <a:schemeClr val="bg1"/>
              </a:solidFill>
              <a:latin typeface="Trebuchet MS"/>
            </a:endParaRPr>
          </a:p>
        </p:txBody>
      </p:sp>
      <p:sp>
        <p:nvSpPr>
          <p:cNvPr id="33" name="Text Placeholder 1">
            <a:extLst>
              <a:ext uri="{FF2B5EF4-FFF2-40B4-BE49-F238E27FC236}">
                <a16:creationId xmlns:a16="http://schemas.microsoft.com/office/drawing/2014/main" id="{74EC39AB-8515-C2B3-3670-75A0AD8A265D}"/>
              </a:ext>
            </a:extLst>
          </p:cNvPr>
          <p:cNvSpPr>
            <a:spLocks noGrp="1"/>
          </p:cNvSpPr>
          <p:nvPr/>
        </p:nvSpPr>
        <p:spPr>
          <a:xfrm>
            <a:off x="5120142" y="1371601"/>
            <a:ext cx="6538456" cy="504507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solidFill>
                <a:schemeClr val="bg1"/>
              </a:solidFill>
              <a:latin typeface="Trebuchet MS"/>
            </a:endParaRPr>
          </a:p>
        </p:txBody>
      </p:sp>
      <p:sp>
        <p:nvSpPr>
          <p:cNvPr id="4" name="Text Placeholder 18">
            <a:extLst>
              <a:ext uri="{FF2B5EF4-FFF2-40B4-BE49-F238E27FC236}">
                <a16:creationId xmlns:a16="http://schemas.microsoft.com/office/drawing/2014/main" id="{51F00AD3-63F8-E020-7D7F-300620D333F3}"/>
              </a:ext>
            </a:extLst>
          </p:cNvPr>
          <p:cNvSpPr>
            <a:spLocks noGrp="1"/>
          </p:cNvSpPr>
          <p:nvPr/>
        </p:nvSpPr>
        <p:spPr>
          <a:xfrm>
            <a:off x="5212669" y="1173843"/>
            <a:ext cx="6554788" cy="513397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a:solidFill>
                  <a:schemeClr val="bg1"/>
                </a:solidFill>
                <a:latin typeface="Trebuchet MS"/>
              </a:rPr>
              <a:t>Skills was not an original waste within the TIMWOODS methodology, and is often overlooked.</a:t>
            </a:r>
            <a:endParaRPr lang="en-US" sz="1800">
              <a:solidFill>
                <a:schemeClr val="bg1"/>
              </a:solidFill>
              <a:latin typeface="Trebuchet MS"/>
            </a:endParaRPr>
          </a:p>
          <a:p>
            <a:r>
              <a:rPr lang="en-GB" sz="1800">
                <a:solidFill>
                  <a:schemeClr val="bg1"/>
                </a:solidFill>
                <a:latin typeface="Trebuchet MS"/>
              </a:rPr>
              <a:t>This type of waste occurs when workers and their skillsets are not used to their full extent.</a:t>
            </a:r>
          </a:p>
          <a:p>
            <a:r>
              <a:rPr lang="en-GB" sz="1800">
                <a:solidFill>
                  <a:schemeClr val="bg1"/>
                </a:solidFill>
                <a:latin typeface="Trebuchet MS"/>
              </a:rPr>
              <a:t>This can include not using their known skillset, but can also be not using the wealth of experience that workers have with the processes they do on a daily basis.</a:t>
            </a:r>
            <a:endParaRPr lang="en-US" sz="1800">
              <a:solidFill>
                <a:schemeClr val="bg1"/>
              </a:solidFill>
              <a:latin typeface="Trebuchet MS"/>
            </a:endParaRPr>
          </a:p>
          <a:p>
            <a:r>
              <a:rPr lang="en-GB" sz="1800">
                <a:solidFill>
                  <a:schemeClr val="bg1"/>
                </a:solidFill>
                <a:latin typeface="Trebuchet MS"/>
              </a:rPr>
              <a:t>Workers are one of the biggest assets of any organisation and engaging with them and giving them a voice, empowers them, and can support in improving processes.</a:t>
            </a:r>
            <a:endParaRPr lang="en-GB" sz="1800">
              <a:solidFill>
                <a:schemeClr val="bg1"/>
              </a:solidFill>
              <a:latin typeface="Trebuchet MS"/>
              <a:ea typeface="Calibri"/>
              <a:cs typeface="Calibri"/>
            </a:endParaRPr>
          </a:p>
          <a:p>
            <a:endParaRPr lang="en-GB" sz="1800">
              <a:solidFill>
                <a:schemeClr val="bg1"/>
              </a:solidFill>
              <a:latin typeface="Trebuchet MS"/>
              <a:ea typeface="Calibri"/>
              <a:cs typeface="Calibri"/>
            </a:endParaRPr>
          </a:p>
          <a:p>
            <a:r>
              <a:rPr lang="en-GB" sz="1800" b="1">
                <a:solidFill>
                  <a:schemeClr val="bg1"/>
                </a:solidFill>
                <a:latin typeface="Trebuchet MS"/>
              </a:rPr>
              <a:t>Example:</a:t>
            </a:r>
            <a:endParaRPr lang="en-GB" sz="1800">
              <a:solidFill>
                <a:schemeClr val="bg1"/>
              </a:solidFill>
              <a:latin typeface="Trebuchet MS"/>
            </a:endParaRPr>
          </a:p>
          <a:p>
            <a:r>
              <a:rPr lang="en-GB" sz="1800" i="1">
                <a:solidFill>
                  <a:schemeClr val="bg1"/>
                </a:solidFill>
                <a:latin typeface="Trebuchet MS"/>
              </a:rPr>
              <a:t>A new colleague who has prior MHE experience is overlooked, at a time when there is a shortage of drivers.</a:t>
            </a:r>
            <a:endParaRPr lang="en-US" sz="1800">
              <a:solidFill>
                <a:schemeClr val="bg1"/>
              </a:solidFill>
            </a:endParaRPr>
          </a:p>
        </p:txBody>
      </p:sp>
      <p:pic>
        <p:nvPicPr>
          <p:cNvPr id="3" name="Picture 2" descr="Skydivers make a formation above the clouds">
            <a:extLst>
              <a:ext uri="{FF2B5EF4-FFF2-40B4-BE49-F238E27FC236}">
                <a16:creationId xmlns:a16="http://schemas.microsoft.com/office/drawing/2014/main" id="{0A527EE1-40EE-A02D-0A6E-F21D17B8E94E}"/>
              </a:ext>
            </a:extLst>
          </p:cNvPr>
          <p:cNvPicPr>
            <a:picLocks noChangeAspect="1"/>
          </p:cNvPicPr>
          <p:nvPr/>
        </p:nvPicPr>
        <p:blipFill>
          <a:blip r:embed="rId2"/>
          <a:stretch>
            <a:fillRect/>
          </a:stretch>
        </p:blipFill>
        <p:spPr>
          <a:xfrm>
            <a:off x="0" y="0"/>
            <a:ext cx="4876800" cy="6858000"/>
          </a:xfrm>
          <a:prstGeom prst="rect">
            <a:avLst/>
          </a:prstGeom>
        </p:spPr>
      </p:pic>
    </p:spTree>
    <p:extLst>
      <p:ext uri="{BB962C8B-B14F-4D97-AF65-F5344CB8AC3E}">
        <p14:creationId xmlns:p14="http://schemas.microsoft.com/office/powerpoint/2010/main" val="818022230"/>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05100" y="2181225"/>
            <a:ext cx="6448425" cy="707886"/>
          </a:xfrm>
          <a:prstGeom prst="rect">
            <a:avLst/>
          </a:prstGeom>
          <a:noFill/>
        </p:spPr>
        <p:txBody>
          <a:bodyPr wrap="square" rtlCol="0">
            <a:spAutoFit/>
          </a:bodyPr>
          <a:lstStyle/>
          <a:p>
            <a:pPr algn="ctr"/>
            <a:r>
              <a:rPr lang="en-GB" sz="4000" b="1" u="sng" noProof="0">
                <a:solidFill>
                  <a:schemeClr val="bg1"/>
                </a:solidFill>
                <a:latin typeface="Trebuchet MS" panose="020B0603020202020204" pitchFamily="34" charset="0"/>
              </a:rPr>
              <a:t>Let’s </a:t>
            </a:r>
            <a:r>
              <a:rPr lang="en-GB" sz="4000" b="1" u="sng">
                <a:solidFill>
                  <a:schemeClr val="bg1"/>
                </a:solidFill>
                <a:latin typeface="Trebuchet MS" panose="020B0603020202020204" pitchFamily="34" charset="0"/>
              </a:rPr>
              <a:t>s</a:t>
            </a:r>
            <a:r>
              <a:rPr lang="en-GB" sz="4000" b="1" u="sng" noProof="0">
                <a:solidFill>
                  <a:schemeClr val="bg1"/>
                </a:solidFill>
                <a:latin typeface="Trebuchet MS" panose="020B0603020202020204" pitchFamily="34" charset="0"/>
              </a:rPr>
              <a:t>ee this in action</a:t>
            </a:r>
          </a:p>
        </p:txBody>
      </p:sp>
      <p:sp>
        <p:nvSpPr>
          <p:cNvPr id="7" name="Rectangle 6"/>
          <p:cNvSpPr/>
          <p:nvPr/>
        </p:nvSpPr>
        <p:spPr>
          <a:xfrm>
            <a:off x="3954252" y="3244334"/>
            <a:ext cx="3950120" cy="584775"/>
          </a:xfrm>
          <a:prstGeom prst="rect">
            <a:avLst/>
          </a:prstGeom>
        </p:spPr>
        <p:txBody>
          <a:bodyPr wrap="none">
            <a:spAutoFit/>
          </a:bodyPr>
          <a:lstStyle/>
          <a:p>
            <a:pPr algn="ctr"/>
            <a:r>
              <a:rPr lang="en-GB" sz="3200" noProof="0">
                <a:solidFill>
                  <a:srgbClr val="F9B000"/>
                </a:solidFill>
                <a:latin typeface="Trebuchet MS" panose="020B0603020202020204" pitchFamily="34" charset="0"/>
              </a:rPr>
              <a:t>TIMWOODS Exercise</a:t>
            </a:r>
          </a:p>
        </p:txBody>
      </p:sp>
    </p:spTree>
    <p:extLst>
      <p:ext uri="{BB962C8B-B14F-4D97-AF65-F5344CB8AC3E}">
        <p14:creationId xmlns:p14="http://schemas.microsoft.com/office/powerpoint/2010/main" val="4042385819"/>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05100" y="2181225"/>
            <a:ext cx="6448425" cy="707886"/>
          </a:xfrm>
          <a:prstGeom prst="rect">
            <a:avLst/>
          </a:prstGeom>
          <a:noFill/>
        </p:spPr>
        <p:txBody>
          <a:bodyPr wrap="square" rtlCol="0">
            <a:spAutoFit/>
          </a:bodyPr>
          <a:lstStyle/>
          <a:p>
            <a:pPr algn="ctr"/>
            <a:r>
              <a:rPr lang="en-GB" sz="4000" b="1" u="sng" noProof="0">
                <a:solidFill>
                  <a:schemeClr val="bg1"/>
                </a:solidFill>
                <a:latin typeface="Trebuchet MS" panose="020B0603020202020204" pitchFamily="34" charset="0"/>
              </a:rPr>
              <a:t>Let’s </a:t>
            </a:r>
            <a:r>
              <a:rPr lang="en-GB" sz="4000" b="1" u="sng">
                <a:solidFill>
                  <a:schemeClr val="bg1"/>
                </a:solidFill>
                <a:latin typeface="Trebuchet MS" panose="020B0603020202020204" pitchFamily="34" charset="0"/>
              </a:rPr>
              <a:t>s</a:t>
            </a:r>
            <a:r>
              <a:rPr lang="en-GB" sz="4000" b="1" u="sng" noProof="0">
                <a:solidFill>
                  <a:schemeClr val="bg1"/>
                </a:solidFill>
                <a:latin typeface="Trebuchet MS" panose="020B0603020202020204" pitchFamily="34" charset="0"/>
              </a:rPr>
              <a:t>ee this in action</a:t>
            </a:r>
          </a:p>
        </p:txBody>
      </p:sp>
      <p:sp>
        <p:nvSpPr>
          <p:cNvPr id="7" name="Rectangle 6"/>
          <p:cNvSpPr/>
          <p:nvPr/>
        </p:nvSpPr>
        <p:spPr>
          <a:xfrm>
            <a:off x="3954252" y="3244334"/>
            <a:ext cx="3950120" cy="584775"/>
          </a:xfrm>
          <a:prstGeom prst="rect">
            <a:avLst/>
          </a:prstGeom>
        </p:spPr>
        <p:txBody>
          <a:bodyPr wrap="none">
            <a:spAutoFit/>
          </a:bodyPr>
          <a:lstStyle/>
          <a:p>
            <a:pPr algn="ctr"/>
            <a:r>
              <a:rPr lang="en-GB" sz="3200" noProof="0">
                <a:solidFill>
                  <a:srgbClr val="F9B000"/>
                </a:solidFill>
                <a:latin typeface="Trebuchet MS" panose="020B0603020202020204" pitchFamily="34" charset="0"/>
              </a:rPr>
              <a:t>TIMWOODS Exercise</a:t>
            </a:r>
          </a:p>
        </p:txBody>
      </p:sp>
      <p:pic>
        <p:nvPicPr>
          <p:cNvPr id="2" name="Online Media 1" title="Lean waste exercise | Lean coffee video | Lean Methodology practice |">
            <a:hlinkClick r:id="" action="ppaction://media"/>
            <a:extLst>
              <a:ext uri="{FF2B5EF4-FFF2-40B4-BE49-F238E27FC236}">
                <a16:creationId xmlns:a16="http://schemas.microsoft.com/office/drawing/2014/main" id="{1B69923D-0F10-295F-A0A2-83B19672395F}"/>
              </a:ext>
            </a:extLst>
          </p:cNvPr>
          <p:cNvPicPr>
            <a:picLocks noRot="1" noChangeAspect="1"/>
          </p:cNvPicPr>
          <p:nvPr>
            <a:videoFile r:link="rId1"/>
          </p:nvPr>
        </p:nvPicPr>
        <p:blipFill>
          <a:blip r:embed="rId3"/>
          <a:stretch>
            <a:fillRect/>
          </a:stretch>
        </p:blipFill>
        <p:spPr>
          <a:xfrm>
            <a:off x="1524000" y="0"/>
            <a:ext cx="9144000" cy="6858000"/>
          </a:xfrm>
          <a:prstGeom prst="rect">
            <a:avLst/>
          </a:prstGeom>
        </p:spPr>
      </p:pic>
    </p:spTree>
    <p:extLst>
      <p:ext uri="{BB962C8B-B14F-4D97-AF65-F5344CB8AC3E}">
        <p14:creationId xmlns:p14="http://schemas.microsoft.com/office/powerpoint/2010/main" val="2221261896"/>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B5D97-B165-E6C4-F47E-7ED2F73FC23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5EC248-F556-41C3-34FF-5B1B1FA15F89}"/>
              </a:ext>
            </a:extLst>
          </p:cNvPr>
          <p:cNvSpPr txBox="1"/>
          <p:nvPr/>
        </p:nvSpPr>
        <p:spPr>
          <a:xfrm>
            <a:off x="2705100" y="2181225"/>
            <a:ext cx="6448425" cy="1323439"/>
          </a:xfrm>
          <a:prstGeom prst="rect">
            <a:avLst/>
          </a:prstGeom>
          <a:noFill/>
        </p:spPr>
        <p:txBody>
          <a:bodyPr wrap="square" rtlCol="0">
            <a:spAutoFit/>
          </a:bodyPr>
          <a:lstStyle/>
          <a:p>
            <a:pPr algn="ctr"/>
            <a:r>
              <a:rPr lang="en-GB" sz="4000" b="1" u="sng">
                <a:solidFill>
                  <a:schemeClr val="bg1"/>
                </a:solidFill>
                <a:latin typeface="Trebuchet MS" panose="020B0603020202020204" pitchFamily="34" charset="0"/>
              </a:rPr>
              <a:t>Confident in identifying wastes?</a:t>
            </a:r>
            <a:endParaRPr lang="en-GB" sz="4000" b="1" u="sng" noProof="0">
              <a:solidFill>
                <a:schemeClr val="bg1"/>
              </a:solidFill>
              <a:latin typeface="Trebuchet MS" panose="020B0603020202020204" pitchFamily="34" charset="0"/>
            </a:endParaRPr>
          </a:p>
        </p:txBody>
      </p:sp>
      <p:sp>
        <p:nvSpPr>
          <p:cNvPr id="7" name="Rectangle 6">
            <a:extLst>
              <a:ext uri="{FF2B5EF4-FFF2-40B4-BE49-F238E27FC236}">
                <a16:creationId xmlns:a16="http://schemas.microsoft.com/office/drawing/2014/main" id="{527351CF-5524-42ED-A29C-72961FAE1EAE}"/>
              </a:ext>
            </a:extLst>
          </p:cNvPr>
          <p:cNvSpPr/>
          <p:nvPr/>
        </p:nvSpPr>
        <p:spPr>
          <a:xfrm>
            <a:off x="3954252" y="3645987"/>
            <a:ext cx="3950120" cy="584775"/>
          </a:xfrm>
          <a:prstGeom prst="rect">
            <a:avLst/>
          </a:prstGeom>
        </p:spPr>
        <p:txBody>
          <a:bodyPr wrap="none">
            <a:spAutoFit/>
          </a:bodyPr>
          <a:lstStyle/>
          <a:p>
            <a:pPr algn="ctr"/>
            <a:r>
              <a:rPr lang="en-GB" sz="3200" noProof="0">
                <a:solidFill>
                  <a:srgbClr val="F9B000"/>
                </a:solidFill>
                <a:latin typeface="Trebuchet MS" panose="020B0603020202020204" pitchFamily="34" charset="0"/>
              </a:rPr>
              <a:t>TIMWOODS Exercise</a:t>
            </a:r>
          </a:p>
        </p:txBody>
      </p:sp>
    </p:spTree>
    <p:extLst>
      <p:ext uri="{BB962C8B-B14F-4D97-AF65-F5344CB8AC3E}">
        <p14:creationId xmlns:p14="http://schemas.microsoft.com/office/powerpoint/2010/main" val="3917077463"/>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699E6-2C2B-E2F0-BC6D-64D7FC07525C}"/>
            </a:ext>
          </a:extLst>
        </p:cNvPr>
        <p:cNvGrpSpPr/>
        <p:nvPr/>
      </p:nvGrpSpPr>
      <p:grpSpPr>
        <a:xfrm>
          <a:off x="0" y="0"/>
          <a:ext cx="0" cy="0"/>
          <a:chOff x="0" y="0"/>
          <a:chExt cx="0" cy="0"/>
        </a:xfrm>
      </p:grpSpPr>
      <p:pic>
        <p:nvPicPr>
          <p:cNvPr id="3" name="Online Media 2" title="Identify waste practice - making a Lean salad | Lean Thinking |">
            <a:hlinkClick r:id="" action="ppaction://media"/>
            <a:extLst>
              <a:ext uri="{FF2B5EF4-FFF2-40B4-BE49-F238E27FC236}">
                <a16:creationId xmlns:a16="http://schemas.microsoft.com/office/drawing/2014/main" id="{AA2667B2-AB01-765B-D853-78D90C73AEB5}"/>
              </a:ext>
            </a:extLst>
          </p:cNvPr>
          <p:cNvPicPr>
            <a:picLocks noRot="1" noChangeAspect="1"/>
          </p:cNvPicPr>
          <p:nvPr>
            <a:videoFile r:link="rId1"/>
          </p:nvPr>
        </p:nvPicPr>
        <p:blipFill>
          <a:blip r:embed="rId3"/>
          <a:stretch>
            <a:fillRect/>
          </a:stretch>
        </p:blipFill>
        <p:spPr>
          <a:xfrm>
            <a:off x="26988" y="0"/>
            <a:ext cx="12138025" cy="6858000"/>
          </a:xfrm>
          <a:prstGeom prst="rect">
            <a:avLst/>
          </a:prstGeom>
        </p:spPr>
      </p:pic>
    </p:spTree>
    <p:extLst>
      <p:ext uri="{BB962C8B-B14F-4D97-AF65-F5344CB8AC3E}">
        <p14:creationId xmlns:p14="http://schemas.microsoft.com/office/powerpoint/2010/main" val="2286431281"/>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F77239-9F20-582D-3830-E0304238F54B}"/>
              </a:ext>
            </a:extLst>
          </p:cNvPr>
          <p:cNvSpPr>
            <a:spLocks noGrp="1"/>
          </p:cNvSpPr>
          <p:nvPr>
            <p:ph type="title"/>
          </p:nvPr>
        </p:nvSpPr>
        <p:spPr>
          <a:xfrm>
            <a:off x="231995" y="165404"/>
            <a:ext cx="8817446" cy="669600"/>
          </a:xfrm>
        </p:spPr>
        <p:txBody>
          <a:bodyPr/>
          <a:lstStyle/>
          <a:p>
            <a:r>
              <a:rPr lang="en-GB" noProof="0">
                <a:solidFill>
                  <a:schemeClr val="bg1"/>
                </a:solidFill>
                <a:latin typeface="Trebuchet MS" panose="020B0603020202020204" pitchFamily="34" charset="0"/>
              </a:rPr>
              <a:t>What to do during Gemba Walks</a:t>
            </a:r>
          </a:p>
        </p:txBody>
      </p:sp>
      <p:sp>
        <p:nvSpPr>
          <p:cNvPr id="5" name="Text Placeholder 5">
            <a:extLst>
              <a:ext uri="{FF2B5EF4-FFF2-40B4-BE49-F238E27FC236}">
                <a16:creationId xmlns:a16="http://schemas.microsoft.com/office/drawing/2014/main" id="{FDA90A85-B255-157A-4288-8B10DF506848}"/>
              </a:ext>
            </a:extLst>
          </p:cNvPr>
          <p:cNvSpPr txBox="1">
            <a:spLocks/>
          </p:cNvSpPr>
          <p:nvPr/>
        </p:nvSpPr>
        <p:spPr>
          <a:xfrm>
            <a:off x="3901686" y="1968862"/>
            <a:ext cx="7740000" cy="46320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spcBef>
                <a:spcPts val="1200"/>
              </a:spcBef>
              <a:buFont typeface="Wingdings" panose="05000000000000000000" pitchFamily="2" charset="2"/>
              <a:buChar char="§"/>
            </a:pPr>
            <a:r>
              <a:rPr lang="en-GB" sz="1800" noProof="0">
                <a:solidFill>
                  <a:schemeClr val="bg1"/>
                </a:solidFill>
                <a:latin typeface="Trebuchet MS" panose="020B0603020202020204" pitchFamily="34" charset="0"/>
              </a:rPr>
              <a:t>Pre-Meeting with those involved, explain to the colleagues involved the aim of the Gemba walk</a:t>
            </a:r>
          </a:p>
          <a:p>
            <a:pPr marL="285750" indent="-285750">
              <a:lnSpc>
                <a:spcPct val="150000"/>
              </a:lnSpc>
              <a:spcBef>
                <a:spcPts val="1200"/>
              </a:spcBef>
              <a:buFont typeface="Wingdings" panose="05000000000000000000" pitchFamily="2" charset="2"/>
              <a:buChar char="§"/>
            </a:pPr>
            <a:r>
              <a:rPr lang="en-GB" sz="1800" noProof="0">
                <a:solidFill>
                  <a:schemeClr val="bg1"/>
                </a:solidFill>
                <a:latin typeface="Trebuchet MS" panose="020B0603020202020204" pitchFamily="34" charset="0"/>
              </a:rPr>
              <a:t>Observe a team member performing their job for at least 30 minutes</a:t>
            </a:r>
          </a:p>
          <a:p>
            <a:pPr marL="285750" indent="-285750">
              <a:lnSpc>
                <a:spcPct val="150000"/>
              </a:lnSpc>
              <a:spcBef>
                <a:spcPts val="1200"/>
              </a:spcBef>
              <a:buFont typeface="Wingdings" panose="05000000000000000000" pitchFamily="2" charset="2"/>
              <a:buChar char="§"/>
            </a:pPr>
            <a:r>
              <a:rPr lang="en-GB" sz="1800" noProof="0">
                <a:solidFill>
                  <a:schemeClr val="bg1"/>
                </a:solidFill>
                <a:latin typeface="Trebuchet MS" panose="020B0603020202020204" pitchFamily="34" charset="0"/>
              </a:rPr>
              <a:t>Take notes regarding what is done, where there is waste (TIMWOODS)</a:t>
            </a:r>
          </a:p>
          <a:p>
            <a:pPr marL="285750" indent="-285750">
              <a:lnSpc>
                <a:spcPct val="150000"/>
              </a:lnSpc>
              <a:spcBef>
                <a:spcPts val="1200"/>
              </a:spcBef>
              <a:buFont typeface="Wingdings" panose="05000000000000000000" pitchFamily="2" charset="2"/>
              <a:buChar char="§"/>
            </a:pPr>
            <a:r>
              <a:rPr lang="en-GB" sz="1800" noProof="0">
                <a:solidFill>
                  <a:schemeClr val="bg1"/>
                </a:solidFill>
                <a:latin typeface="Trebuchet MS" panose="020B0603020202020204" pitchFamily="34" charset="0"/>
              </a:rPr>
              <a:t>If you see something that can be improved, make a note of this for discussion afterwards</a:t>
            </a:r>
          </a:p>
          <a:p>
            <a:pPr marL="285750" indent="-285750">
              <a:lnSpc>
                <a:spcPct val="150000"/>
              </a:lnSpc>
              <a:spcBef>
                <a:spcPts val="1200"/>
              </a:spcBef>
              <a:buFont typeface="Wingdings" panose="05000000000000000000" pitchFamily="2" charset="2"/>
              <a:buChar char="§"/>
            </a:pPr>
            <a:r>
              <a:rPr lang="en-GB" sz="1800" noProof="0">
                <a:solidFill>
                  <a:schemeClr val="bg1"/>
                </a:solidFill>
                <a:latin typeface="Trebuchet MS" panose="020B0603020202020204" pitchFamily="34" charset="0"/>
              </a:rPr>
              <a:t>Record any production / performance metrics that are completed</a:t>
            </a:r>
          </a:p>
          <a:p>
            <a:pPr marL="285750" indent="-285750">
              <a:lnSpc>
                <a:spcPct val="150000"/>
              </a:lnSpc>
              <a:spcBef>
                <a:spcPts val="1200"/>
              </a:spcBef>
              <a:buFont typeface="Wingdings" panose="05000000000000000000" pitchFamily="2" charset="2"/>
              <a:buChar char="§"/>
            </a:pPr>
            <a:r>
              <a:rPr lang="en-GB" sz="1800" noProof="0">
                <a:solidFill>
                  <a:schemeClr val="bg1"/>
                </a:solidFill>
                <a:latin typeface="Trebuchet MS" panose="020B0603020202020204" pitchFamily="34" charset="0"/>
              </a:rPr>
              <a:t>Record any avoidable delays (things that could be avoided)</a:t>
            </a:r>
          </a:p>
          <a:p>
            <a:pPr marL="285750" indent="-285750">
              <a:lnSpc>
                <a:spcPct val="150000"/>
              </a:lnSpc>
              <a:spcBef>
                <a:spcPts val="1200"/>
              </a:spcBef>
              <a:buFont typeface="Wingdings" panose="05000000000000000000" pitchFamily="2" charset="2"/>
              <a:buChar char="§"/>
            </a:pPr>
            <a:endParaRPr lang="en-GB" sz="1800" noProof="0">
              <a:solidFill>
                <a:schemeClr val="bg1"/>
              </a:solidFill>
              <a:latin typeface="Trebuchet MS" panose="020B0603020202020204" pitchFamily="34" charset="0"/>
            </a:endParaRPr>
          </a:p>
        </p:txBody>
      </p:sp>
      <p:pic>
        <p:nvPicPr>
          <p:cNvPr id="6" name="Picture Placeholder 11" descr="People at the meeting desk">
            <a:extLst>
              <a:ext uri="{FF2B5EF4-FFF2-40B4-BE49-F238E27FC236}">
                <a16:creationId xmlns:a16="http://schemas.microsoft.com/office/drawing/2014/main" id="{AE5CA446-AA8B-4779-E1A3-36B9811DFE33}"/>
              </a:ext>
            </a:extLst>
          </p:cNvPr>
          <p:cNvPicPr>
            <a:picLocks noChangeAspect="1"/>
          </p:cNvPicPr>
          <p:nvPr/>
        </p:nvPicPr>
        <p:blipFill>
          <a:blip r:embed="rId2" cstate="print">
            <a:extLst>
              <a:ext uri="{28A0092B-C50C-407E-A947-70E740481C1C}">
                <a14:useLocalDpi xmlns:a14="http://schemas.microsoft.com/office/drawing/2010/main" val="0"/>
              </a:ext>
            </a:extLst>
          </a:blip>
          <a:srcRect l="13306" r="13306"/>
          <a:stretch/>
        </p:blipFill>
        <p:spPr>
          <a:xfrm>
            <a:off x="539566" y="1731905"/>
            <a:ext cx="3001801" cy="2300795"/>
          </a:xfrm>
          <a:prstGeom prst="rect">
            <a:avLst/>
          </a:prstGeom>
        </p:spPr>
      </p:pic>
      <p:pic>
        <p:nvPicPr>
          <p:cNvPr id="7" name="Picture Placeholder 13">
            <a:extLst>
              <a:ext uri="{FF2B5EF4-FFF2-40B4-BE49-F238E27FC236}">
                <a16:creationId xmlns:a16="http://schemas.microsoft.com/office/drawing/2014/main" id="{F8064C5A-884D-DAB2-CE24-6604DFE87EB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674" r="2674"/>
          <a:stretch/>
        </p:blipFill>
        <p:spPr>
          <a:xfrm>
            <a:off x="539566" y="4290447"/>
            <a:ext cx="3001801" cy="2300795"/>
          </a:xfrm>
          <a:prstGeom prst="rect">
            <a:avLst/>
          </a:prstGeom>
        </p:spPr>
      </p:pic>
    </p:spTree>
    <p:extLst>
      <p:ext uri="{BB962C8B-B14F-4D97-AF65-F5344CB8AC3E}">
        <p14:creationId xmlns:p14="http://schemas.microsoft.com/office/powerpoint/2010/main" val="3242508506"/>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iterate type="lt">
                                    <p:tmPct val="10000"/>
                                  </p:iterate>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500"/>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iterate type="lt">
                                    <p:tmPct val="10000"/>
                                  </p:iterate>
                                  <p:childTnLst>
                                    <p:set>
                                      <p:cBhvr>
                                        <p:cTn id="22" dur="1" fill="hold">
                                          <p:stCondLst>
                                            <p:cond delay="0"/>
                                          </p:stCondLst>
                                        </p:cTn>
                                        <p:tgtEl>
                                          <p:spTgt spid="5">
                                            <p:txEl>
                                              <p:pRg st="1" end="1"/>
                                            </p:txEl>
                                          </p:spTgt>
                                        </p:tgtEl>
                                        <p:attrNameLst>
                                          <p:attrName>style.visibility</p:attrName>
                                        </p:attrNameLst>
                                      </p:cBhvr>
                                      <p:to>
                                        <p:strVal val="visible"/>
                                      </p:to>
                                    </p:set>
                                    <p:animEffect transition="in" filter="fade">
                                      <p:cBhvr>
                                        <p:cTn id="23" dur="500"/>
                                        <p:tgtEl>
                                          <p:spTgt spid="5">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iterate type="lt">
                                    <p:tmPct val="10000"/>
                                  </p:iterate>
                                  <p:childTnLst>
                                    <p:set>
                                      <p:cBhvr>
                                        <p:cTn id="27" dur="1" fill="hold">
                                          <p:stCondLst>
                                            <p:cond delay="0"/>
                                          </p:stCondLst>
                                        </p:cTn>
                                        <p:tgtEl>
                                          <p:spTgt spid="5">
                                            <p:txEl>
                                              <p:pRg st="2" end="2"/>
                                            </p:txEl>
                                          </p:spTgt>
                                        </p:tgtEl>
                                        <p:attrNameLst>
                                          <p:attrName>style.visibility</p:attrName>
                                        </p:attrNameLst>
                                      </p:cBhvr>
                                      <p:to>
                                        <p:strVal val="visible"/>
                                      </p:to>
                                    </p:set>
                                    <p:animEffect transition="in" filter="fade">
                                      <p:cBhvr>
                                        <p:cTn id="28" dur="500"/>
                                        <p:tgtEl>
                                          <p:spTgt spid="5">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iterate type="lt">
                                    <p:tmPct val="10000"/>
                                  </p:iterate>
                                  <p:childTnLst>
                                    <p:set>
                                      <p:cBhvr>
                                        <p:cTn id="32" dur="1" fill="hold">
                                          <p:stCondLst>
                                            <p:cond delay="0"/>
                                          </p:stCondLst>
                                        </p:cTn>
                                        <p:tgtEl>
                                          <p:spTgt spid="5">
                                            <p:txEl>
                                              <p:pRg st="3" end="3"/>
                                            </p:txEl>
                                          </p:spTgt>
                                        </p:tgtEl>
                                        <p:attrNameLst>
                                          <p:attrName>style.visibility</p:attrName>
                                        </p:attrNameLst>
                                      </p:cBhvr>
                                      <p:to>
                                        <p:strVal val="visible"/>
                                      </p:to>
                                    </p:set>
                                    <p:animEffect transition="in" filter="fade">
                                      <p:cBhvr>
                                        <p:cTn id="33" dur="500"/>
                                        <p:tgtEl>
                                          <p:spTgt spid="5">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iterate type="lt">
                                    <p:tmPct val="10000"/>
                                  </p:iterate>
                                  <p:childTnLst>
                                    <p:set>
                                      <p:cBhvr>
                                        <p:cTn id="37" dur="1" fill="hold">
                                          <p:stCondLst>
                                            <p:cond delay="0"/>
                                          </p:stCondLst>
                                        </p:cTn>
                                        <p:tgtEl>
                                          <p:spTgt spid="5">
                                            <p:txEl>
                                              <p:pRg st="4" end="4"/>
                                            </p:txEl>
                                          </p:spTgt>
                                        </p:tgtEl>
                                        <p:attrNameLst>
                                          <p:attrName>style.visibility</p:attrName>
                                        </p:attrNameLst>
                                      </p:cBhvr>
                                      <p:to>
                                        <p:strVal val="visible"/>
                                      </p:to>
                                    </p:set>
                                    <p:animEffect transition="in" filter="fade">
                                      <p:cBhvr>
                                        <p:cTn id="38" dur="500"/>
                                        <p:tgtEl>
                                          <p:spTgt spid="5">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iterate type="lt">
                                    <p:tmPct val="10000"/>
                                  </p:iterate>
                                  <p:childTnLst>
                                    <p:set>
                                      <p:cBhvr>
                                        <p:cTn id="42" dur="1" fill="hold">
                                          <p:stCondLst>
                                            <p:cond delay="0"/>
                                          </p:stCondLst>
                                        </p:cTn>
                                        <p:tgtEl>
                                          <p:spTgt spid="5">
                                            <p:txEl>
                                              <p:pRg st="5" end="5"/>
                                            </p:txEl>
                                          </p:spTgt>
                                        </p:tgtEl>
                                        <p:attrNameLst>
                                          <p:attrName>style.visibility</p:attrName>
                                        </p:attrNameLst>
                                      </p:cBhvr>
                                      <p:to>
                                        <p:strVal val="visible"/>
                                      </p:to>
                                    </p:set>
                                    <p:animEffect transition="in" filter="fade">
                                      <p:cBhvr>
                                        <p:cTn id="43"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9D89A7C-2F07-48D5-909B-42FF6E09D0EA}"/>
              </a:ext>
            </a:extLst>
          </p:cNvPr>
          <p:cNvSpPr/>
          <p:nvPr/>
        </p:nvSpPr>
        <p:spPr>
          <a:xfrm>
            <a:off x="531813" y="1557338"/>
            <a:ext cx="11120437" cy="4859337"/>
          </a:xfrm>
          <a:prstGeom prst="rect">
            <a:avLst/>
          </a:prstGeom>
          <a:solidFill>
            <a:srgbClr val="FFFFFF">
              <a:alpha val="89804"/>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12" name="Group 11">
            <a:extLst>
              <a:ext uri="{FF2B5EF4-FFF2-40B4-BE49-F238E27FC236}">
                <a16:creationId xmlns:a16="http://schemas.microsoft.com/office/drawing/2014/main" id="{5B1826D7-10E0-4362-9346-8EF4C3FBFEBA}"/>
              </a:ext>
            </a:extLst>
          </p:cNvPr>
          <p:cNvGrpSpPr/>
          <p:nvPr/>
        </p:nvGrpSpPr>
        <p:grpSpPr>
          <a:xfrm>
            <a:off x="5162272" y="2166208"/>
            <a:ext cx="1980000" cy="4099112"/>
            <a:chOff x="5162272" y="2407508"/>
            <a:chExt cx="1980000" cy="4099112"/>
          </a:xfrm>
        </p:grpSpPr>
        <p:sp>
          <p:nvSpPr>
            <p:cNvPr id="14" name="Text Placeholder 13">
              <a:extLst>
                <a:ext uri="{FF2B5EF4-FFF2-40B4-BE49-F238E27FC236}">
                  <a16:creationId xmlns:a16="http://schemas.microsoft.com/office/drawing/2014/main" id="{AABEB440-EA5A-4492-B1ED-A36994005154}"/>
                </a:ext>
              </a:extLst>
            </p:cNvPr>
            <p:cNvSpPr txBox="1">
              <a:spLocks/>
            </p:cNvSpPr>
            <p:nvPr/>
          </p:nvSpPr>
          <p:spPr>
            <a:xfrm>
              <a:off x="5162272" y="4813143"/>
              <a:ext cx="1980000" cy="1693477"/>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1000"/>
                </a:spcBef>
                <a:buFont typeface="Arial" panose="020B0604020202020204" pitchFamily="34" charset="0"/>
                <a:buNone/>
                <a:defRPr sz="4800" b="1" kern="1200">
                  <a:solidFill>
                    <a:schemeClr val="bg2"/>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noProof="0">
                  <a:solidFill>
                    <a:schemeClr val="tx2"/>
                  </a:solidFill>
                </a:rPr>
                <a:t>Do the Walk</a:t>
              </a:r>
            </a:p>
            <a:p>
              <a:pPr marL="180975" marR="0" lvl="0" indent="-180975" fontAlgn="auto">
                <a:lnSpc>
                  <a:spcPts val="2200"/>
                </a:lnSpc>
                <a:spcAft>
                  <a:spcPts val="0"/>
                </a:spcAft>
                <a:buClrTx/>
                <a:buSzTx/>
                <a:buFont typeface="Arial" panose="020B0604020202020204" pitchFamily="34" charset="0"/>
                <a:buChar char="•"/>
                <a:tabLst/>
                <a:defRPr/>
              </a:pPr>
              <a:r>
                <a:rPr lang="en-GB" sz="1200" b="0" noProof="0">
                  <a:solidFill>
                    <a:schemeClr val="tx2"/>
                  </a:solidFill>
                </a:rPr>
                <a:t>Record Observations</a:t>
              </a:r>
            </a:p>
            <a:p>
              <a:pPr marL="180975" marR="0" lvl="0" indent="-180975" fontAlgn="auto">
                <a:lnSpc>
                  <a:spcPts val="2200"/>
                </a:lnSpc>
                <a:spcAft>
                  <a:spcPts val="0"/>
                </a:spcAft>
                <a:buClrTx/>
                <a:buSzTx/>
                <a:buFont typeface="Arial" panose="020B0604020202020204" pitchFamily="34" charset="0"/>
                <a:buChar char="•"/>
                <a:tabLst/>
                <a:defRPr/>
              </a:pPr>
              <a:r>
                <a:rPr lang="en-GB" sz="1200" b="0" noProof="0">
                  <a:solidFill>
                    <a:schemeClr val="tx2"/>
                  </a:solidFill>
                </a:rPr>
                <a:t>(Focus on Process not People)</a:t>
              </a:r>
            </a:p>
            <a:p>
              <a:pPr marL="180975" marR="0" lvl="0" indent="-180975" fontAlgn="auto">
                <a:lnSpc>
                  <a:spcPts val="2200"/>
                </a:lnSpc>
                <a:spcAft>
                  <a:spcPts val="0"/>
                </a:spcAft>
                <a:buClrTx/>
                <a:buSzTx/>
                <a:buFont typeface="Arial" panose="020B0604020202020204" pitchFamily="34" charset="0"/>
                <a:buChar char="•"/>
                <a:tabLst/>
                <a:defRPr/>
              </a:pPr>
              <a:endParaRPr lang="en-GB" sz="1200" b="0" noProof="0">
                <a:solidFill>
                  <a:schemeClr val="tx2"/>
                </a:solidFill>
              </a:endParaRPr>
            </a:p>
          </p:txBody>
        </p:sp>
        <p:grpSp>
          <p:nvGrpSpPr>
            <p:cNvPr id="7" name="Group 6">
              <a:extLst>
                <a:ext uri="{FF2B5EF4-FFF2-40B4-BE49-F238E27FC236}">
                  <a16:creationId xmlns:a16="http://schemas.microsoft.com/office/drawing/2014/main" id="{F6CEBB3C-6A15-42CD-9FFC-E5E1E64B73B2}"/>
                </a:ext>
              </a:extLst>
            </p:cNvPr>
            <p:cNvGrpSpPr/>
            <p:nvPr/>
          </p:nvGrpSpPr>
          <p:grpSpPr>
            <a:xfrm>
              <a:off x="5162272" y="2407508"/>
              <a:ext cx="1483165" cy="2146041"/>
              <a:chOff x="5162272" y="2407508"/>
              <a:chExt cx="1483165" cy="2146041"/>
            </a:xfrm>
          </p:grpSpPr>
          <p:grpSp>
            <p:nvGrpSpPr>
              <p:cNvPr id="80" name="Group 79">
                <a:extLst>
                  <a:ext uri="{FF2B5EF4-FFF2-40B4-BE49-F238E27FC236}">
                    <a16:creationId xmlns:a16="http://schemas.microsoft.com/office/drawing/2014/main" id="{1EEA295E-792F-4519-B515-73E1112F99AB}"/>
                  </a:ext>
                </a:extLst>
              </p:cNvPr>
              <p:cNvGrpSpPr/>
              <p:nvPr/>
            </p:nvGrpSpPr>
            <p:grpSpPr>
              <a:xfrm>
                <a:off x="5485543" y="2407508"/>
                <a:ext cx="1159894" cy="1983739"/>
                <a:chOff x="1137050" y="2419442"/>
                <a:chExt cx="1159894" cy="1983739"/>
              </a:xfrm>
            </p:grpSpPr>
            <p:sp>
              <p:nvSpPr>
                <p:cNvPr id="81" name="Freeform: Shape 80">
                  <a:extLst>
                    <a:ext uri="{FF2B5EF4-FFF2-40B4-BE49-F238E27FC236}">
                      <a16:creationId xmlns:a16="http://schemas.microsoft.com/office/drawing/2014/main" id="{AF46197D-A9E1-4ABB-B17B-C381C5D14DB4}"/>
                    </a:ext>
                  </a:extLst>
                </p:cNvPr>
                <p:cNvSpPr/>
                <p:nvPr/>
              </p:nvSpPr>
              <p:spPr>
                <a:xfrm>
                  <a:off x="1137050" y="2470862"/>
                  <a:ext cx="1159894" cy="1880829"/>
                </a:xfrm>
                <a:custGeom>
                  <a:avLst/>
                  <a:gdLst>
                    <a:gd name="connsiteX0" fmla="*/ 0 w 1159894"/>
                    <a:gd name="connsiteY0" fmla="*/ 0 h 1880829"/>
                    <a:gd name="connsiteX1" fmla="*/ 1076500 w 1159894"/>
                    <a:gd name="connsiteY1" fmla="*/ 738253 h 1880829"/>
                    <a:gd name="connsiteX2" fmla="*/ 1076500 w 1159894"/>
                    <a:gd name="connsiteY2" fmla="*/ 1142576 h 1880829"/>
                    <a:gd name="connsiteX3" fmla="*/ 0 w 1159894"/>
                    <a:gd name="connsiteY3" fmla="*/ 1880829 h 1880829"/>
                  </a:gdLst>
                  <a:ahLst/>
                  <a:cxnLst>
                    <a:cxn ang="0">
                      <a:pos x="connsiteX0" y="connsiteY0"/>
                    </a:cxn>
                    <a:cxn ang="0">
                      <a:pos x="connsiteX1" y="connsiteY1"/>
                    </a:cxn>
                    <a:cxn ang="0">
                      <a:pos x="connsiteX2" y="connsiteY2"/>
                    </a:cxn>
                    <a:cxn ang="0">
                      <a:pos x="connsiteX3" y="connsiteY3"/>
                    </a:cxn>
                  </a:cxnLst>
                  <a:rect l="l" t="t" r="r" b="b"/>
                  <a:pathLst>
                    <a:path w="1159894" h="1880829">
                      <a:moveTo>
                        <a:pt x="0" y="0"/>
                      </a:moveTo>
                      <a:lnTo>
                        <a:pt x="1076500" y="738253"/>
                      </a:lnTo>
                      <a:cubicBezTo>
                        <a:pt x="1187693" y="849446"/>
                        <a:pt x="1187693" y="1031383"/>
                        <a:pt x="1076500" y="1142576"/>
                      </a:cubicBezTo>
                      <a:lnTo>
                        <a:pt x="0" y="1880829"/>
                      </a:lnTo>
                      <a:close/>
                    </a:path>
                  </a:pathLst>
                </a:custGeom>
                <a:solidFill>
                  <a:schemeClr val="accent1">
                    <a:alpha val="90000"/>
                  </a:schemeClr>
                </a:solidFill>
                <a:ln w="9525" cap="flat">
                  <a:noFill/>
                  <a:prstDash val="solid"/>
                  <a:miter/>
                </a:ln>
              </p:spPr>
              <p:txBody>
                <a:bodyPr wrap="square" rtlCol="0" anchor="ctr">
                  <a:noAutofit/>
                </a:bodyPr>
                <a:lstStyle/>
                <a:p>
                  <a:endParaRPr lang="en-GB" sz="1200" noProof="0"/>
                </a:p>
              </p:txBody>
            </p:sp>
            <p:sp>
              <p:nvSpPr>
                <p:cNvPr id="82" name="Freeform: Shape 81">
                  <a:extLst>
                    <a:ext uri="{FF2B5EF4-FFF2-40B4-BE49-F238E27FC236}">
                      <a16:creationId xmlns:a16="http://schemas.microsoft.com/office/drawing/2014/main" id="{95825890-95AE-4B25-9141-705460F8DEB1}"/>
                    </a:ext>
                  </a:extLst>
                </p:cNvPr>
                <p:cNvSpPr/>
                <p:nvPr/>
              </p:nvSpPr>
              <p:spPr>
                <a:xfrm>
                  <a:off x="1137051" y="2419442"/>
                  <a:ext cx="816859" cy="1983739"/>
                </a:xfrm>
                <a:custGeom>
                  <a:avLst/>
                  <a:gdLst>
                    <a:gd name="connsiteX0" fmla="*/ 0 w 816859"/>
                    <a:gd name="connsiteY0" fmla="*/ 0 h 1983739"/>
                    <a:gd name="connsiteX1" fmla="*/ 694016 w 816859"/>
                    <a:gd name="connsiteY1" fmla="*/ 694016 h 1983739"/>
                    <a:gd name="connsiteX2" fmla="*/ 694016 w 816859"/>
                    <a:gd name="connsiteY2" fmla="*/ 1289813 h 1983739"/>
                    <a:gd name="connsiteX3" fmla="*/ 0 w 816859"/>
                    <a:gd name="connsiteY3" fmla="*/ 1983739 h 1983739"/>
                  </a:gdLst>
                  <a:ahLst/>
                  <a:cxnLst>
                    <a:cxn ang="0">
                      <a:pos x="connsiteX0" y="connsiteY0"/>
                    </a:cxn>
                    <a:cxn ang="0">
                      <a:pos x="connsiteX1" y="connsiteY1"/>
                    </a:cxn>
                    <a:cxn ang="0">
                      <a:pos x="connsiteX2" y="connsiteY2"/>
                    </a:cxn>
                    <a:cxn ang="0">
                      <a:pos x="connsiteX3" y="connsiteY3"/>
                    </a:cxn>
                  </a:cxnLst>
                  <a:rect l="l" t="t" r="r" b="b"/>
                  <a:pathLst>
                    <a:path w="816859" h="1983739">
                      <a:moveTo>
                        <a:pt x="0" y="0"/>
                      </a:moveTo>
                      <a:lnTo>
                        <a:pt x="694016" y="694016"/>
                      </a:lnTo>
                      <a:cubicBezTo>
                        <a:pt x="857807" y="857807"/>
                        <a:pt x="857807" y="1126023"/>
                        <a:pt x="694016" y="1289813"/>
                      </a:cubicBezTo>
                      <a:lnTo>
                        <a:pt x="0" y="1983739"/>
                      </a:lnTo>
                      <a:close/>
                    </a:path>
                  </a:pathLst>
                </a:custGeom>
                <a:solidFill>
                  <a:schemeClr val="bg1">
                    <a:alpha val="90000"/>
                  </a:schemeClr>
                </a:solidFill>
                <a:ln w="9525" cap="flat">
                  <a:noFill/>
                  <a:prstDash val="solid"/>
                  <a:miter/>
                </a:ln>
                <a:effectLst>
                  <a:outerShdw blurRad="50800" dist="38100" algn="l" rotWithShape="0">
                    <a:prstClr val="black">
                      <a:alpha val="40000"/>
                    </a:prstClr>
                  </a:outerShdw>
                </a:effectLst>
              </p:spPr>
              <p:txBody>
                <a:bodyPr wrap="square" rtlCol="0" anchor="ctr">
                  <a:noAutofit/>
                </a:bodyPr>
                <a:lstStyle/>
                <a:p>
                  <a:endParaRPr lang="en-GB" sz="1200" noProof="0"/>
                </a:p>
              </p:txBody>
            </p:sp>
          </p:grpSp>
          <p:sp>
            <p:nvSpPr>
              <p:cNvPr id="17" name="TextBox 16">
                <a:extLst>
                  <a:ext uri="{FF2B5EF4-FFF2-40B4-BE49-F238E27FC236}">
                    <a16:creationId xmlns:a16="http://schemas.microsoft.com/office/drawing/2014/main" id="{0BCE1A48-EBE3-4EDE-9A9B-7EC38B54CE5F}"/>
                  </a:ext>
                </a:extLst>
              </p:cNvPr>
              <p:cNvSpPr txBox="1"/>
              <p:nvPr/>
            </p:nvSpPr>
            <p:spPr>
              <a:xfrm>
                <a:off x="5162272" y="3814885"/>
                <a:ext cx="360482" cy="738664"/>
              </a:xfrm>
              <a:prstGeom prst="rect">
                <a:avLst/>
              </a:prstGeom>
              <a:noFill/>
            </p:spPr>
            <p:txBody>
              <a:bodyPr wrap="square" lIns="0" tIns="0" rIns="0" bIns="0" rtlCol="0">
                <a:spAutoFit/>
              </a:bodyPr>
              <a:lstStyle/>
              <a:p>
                <a:r>
                  <a:rPr lang="en-GB" sz="4800" noProof="0">
                    <a:solidFill>
                      <a:schemeClr val="accent1"/>
                    </a:solidFill>
                  </a:rPr>
                  <a:t>3</a:t>
                </a:r>
              </a:p>
            </p:txBody>
          </p:sp>
          <p:pic>
            <p:nvPicPr>
              <p:cNvPr id="18" name="Graphic 17" descr="Walk with solid fill">
                <a:extLst>
                  <a:ext uri="{FF2B5EF4-FFF2-40B4-BE49-F238E27FC236}">
                    <a16:creationId xmlns:a16="http://schemas.microsoft.com/office/drawing/2014/main" id="{9BFF6A8E-E807-4A64-B15F-48E3A1665E7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252609" y="3003730"/>
                <a:ext cx="778403" cy="778403"/>
              </a:xfrm>
              <a:prstGeom prst="rect">
                <a:avLst/>
              </a:prstGeom>
            </p:spPr>
          </p:pic>
        </p:grpSp>
      </p:grpSp>
      <p:grpSp>
        <p:nvGrpSpPr>
          <p:cNvPr id="11" name="Group 10">
            <a:extLst>
              <a:ext uri="{FF2B5EF4-FFF2-40B4-BE49-F238E27FC236}">
                <a16:creationId xmlns:a16="http://schemas.microsoft.com/office/drawing/2014/main" id="{C6F0CAE3-06F7-4BAE-A26E-316ECF69F5AA}"/>
              </a:ext>
            </a:extLst>
          </p:cNvPr>
          <p:cNvGrpSpPr/>
          <p:nvPr/>
        </p:nvGrpSpPr>
        <p:grpSpPr>
          <a:xfrm>
            <a:off x="3002215" y="2166208"/>
            <a:ext cx="1980000" cy="3927014"/>
            <a:chOff x="3002215" y="2407508"/>
            <a:chExt cx="1980000" cy="3927014"/>
          </a:xfrm>
        </p:grpSpPr>
        <p:sp>
          <p:nvSpPr>
            <p:cNvPr id="26" name="Text Placeholder 16">
              <a:extLst>
                <a:ext uri="{FF2B5EF4-FFF2-40B4-BE49-F238E27FC236}">
                  <a16:creationId xmlns:a16="http://schemas.microsoft.com/office/drawing/2014/main" id="{36E826FC-7517-486C-A591-741F10D70B71}"/>
                </a:ext>
              </a:extLst>
            </p:cNvPr>
            <p:cNvSpPr txBox="1">
              <a:spLocks/>
            </p:cNvSpPr>
            <p:nvPr/>
          </p:nvSpPr>
          <p:spPr>
            <a:xfrm>
              <a:off x="3002215" y="4813143"/>
              <a:ext cx="1980000" cy="1521379"/>
            </a:xfrm>
            <a:prstGeom prst="rect">
              <a:avLst/>
            </a:prstGeom>
          </p:spPr>
          <p:txBody>
            <a:bodyPr lIns="0" tIns="0" rIns="0" bIns="0"/>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b="1" noProof="0">
                  <a:solidFill>
                    <a:schemeClr val="tx2"/>
                  </a:solidFill>
                </a:rPr>
                <a:t>Prepare the Team</a:t>
              </a:r>
            </a:p>
            <a:p>
              <a:pPr marL="180975" indent="-180975">
                <a:lnSpc>
                  <a:spcPts val="2200"/>
                </a:lnSpc>
                <a:buFont typeface="Arial" panose="020B0604020202020204" pitchFamily="34" charset="0"/>
                <a:buChar char="•"/>
                <a:defRPr/>
              </a:pPr>
              <a:r>
                <a:rPr lang="en-GB" sz="1200" noProof="0">
                  <a:solidFill>
                    <a:schemeClr val="tx2"/>
                  </a:solidFill>
                </a:rPr>
                <a:t>Let the team know the steps</a:t>
              </a:r>
            </a:p>
            <a:p>
              <a:pPr marL="180975" indent="-180975">
                <a:lnSpc>
                  <a:spcPts val="2200"/>
                </a:lnSpc>
                <a:buFont typeface="Arial" panose="020B0604020202020204" pitchFamily="34" charset="0"/>
                <a:buChar char="•"/>
                <a:defRPr/>
              </a:pPr>
              <a:r>
                <a:rPr lang="en-GB" sz="1200" noProof="0">
                  <a:solidFill>
                    <a:schemeClr val="tx2"/>
                  </a:solidFill>
                </a:rPr>
                <a:t>Ensure understanding of the value stream</a:t>
              </a:r>
            </a:p>
          </p:txBody>
        </p:sp>
        <p:grpSp>
          <p:nvGrpSpPr>
            <p:cNvPr id="6" name="Group 5">
              <a:extLst>
                <a:ext uri="{FF2B5EF4-FFF2-40B4-BE49-F238E27FC236}">
                  <a16:creationId xmlns:a16="http://schemas.microsoft.com/office/drawing/2014/main" id="{6375B1BE-6B11-4614-81EF-65540B288DE0}"/>
                </a:ext>
              </a:extLst>
            </p:cNvPr>
            <p:cNvGrpSpPr/>
            <p:nvPr/>
          </p:nvGrpSpPr>
          <p:grpSpPr>
            <a:xfrm>
              <a:off x="3002215" y="2407508"/>
              <a:ext cx="1468976" cy="2146041"/>
              <a:chOff x="3002215" y="2407508"/>
              <a:chExt cx="1468976" cy="2146041"/>
            </a:xfrm>
          </p:grpSpPr>
          <p:grpSp>
            <p:nvGrpSpPr>
              <p:cNvPr id="77" name="Group 76">
                <a:extLst>
                  <a:ext uri="{FF2B5EF4-FFF2-40B4-BE49-F238E27FC236}">
                    <a16:creationId xmlns:a16="http://schemas.microsoft.com/office/drawing/2014/main" id="{89D7683F-823C-4072-ABE1-DB69EA9E1E77}"/>
                  </a:ext>
                </a:extLst>
              </p:cNvPr>
              <p:cNvGrpSpPr/>
              <p:nvPr/>
            </p:nvGrpSpPr>
            <p:grpSpPr>
              <a:xfrm>
                <a:off x="3311297" y="2407508"/>
                <a:ext cx="1159894" cy="1983739"/>
                <a:chOff x="1137050" y="2419442"/>
                <a:chExt cx="1159894" cy="1983739"/>
              </a:xfrm>
            </p:grpSpPr>
            <p:sp>
              <p:nvSpPr>
                <p:cNvPr id="78" name="Freeform: Shape 77">
                  <a:extLst>
                    <a:ext uri="{FF2B5EF4-FFF2-40B4-BE49-F238E27FC236}">
                      <a16:creationId xmlns:a16="http://schemas.microsoft.com/office/drawing/2014/main" id="{72CD09E3-8D59-4F07-9D4E-C89B5211D79B}"/>
                    </a:ext>
                  </a:extLst>
                </p:cNvPr>
                <p:cNvSpPr/>
                <p:nvPr/>
              </p:nvSpPr>
              <p:spPr>
                <a:xfrm>
                  <a:off x="1137050" y="2470862"/>
                  <a:ext cx="1159894" cy="1880829"/>
                </a:xfrm>
                <a:custGeom>
                  <a:avLst/>
                  <a:gdLst>
                    <a:gd name="connsiteX0" fmla="*/ 0 w 1159894"/>
                    <a:gd name="connsiteY0" fmla="*/ 0 h 1880829"/>
                    <a:gd name="connsiteX1" fmla="*/ 1076500 w 1159894"/>
                    <a:gd name="connsiteY1" fmla="*/ 738253 h 1880829"/>
                    <a:gd name="connsiteX2" fmla="*/ 1076500 w 1159894"/>
                    <a:gd name="connsiteY2" fmla="*/ 1142576 h 1880829"/>
                    <a:gd name="connsiteX3" fmla="*/ 0 w 1159894"/>
                    <a:gd name="connsiteY3" fmla="*/ 1880829 h 1880829"/>
                  </a:gdLst>
                  <a:ahLst/>
                  <a:cxnLst>
                    <a:cxn ang="0">
                      <a:pos x="connsiteX0" y="connsiteY0"/>
                    </a:cxn>
                    <a:cxn ang="0">
                      <a:pos x="connsiteX1" y="connsiteY1"/>
                    </a:cxn>
                    <a:cxn ang="0">
                      <a:pos x="connsiteX2" y="connsiteY2"/>
                    </a:cxn>
                    <a:cxn ang="0">
                      <a:pos x="connsiteX3" y="connsiteY3"/>
                    </a:cxn>
                  </a:cxnLst>
                  <a:rect l="l" t="t" r="r" b="b"/>
                  <a:pathLst>
                    <a:path w="1159894" h="1880829">
                      <a:moveTo>
                        <a:pt x="0" y="0"/>
                      </a:moveTo>
                      <a:lnTo>
                        <a:pt x="1076500" y="738253"/>
                      </a:lnTo>
                      <a:cubicBezTo>
                        <a:pt x="1187693" y="849446"/>
                        <a:pt x="1187693" y="1031383"/>
                        <a:pt x="1076500" y="1142576"/>
                      </a:cubicBezTo>
                      <a:lnTo>
                        <a:pt x="0" y="1880829"/>
                      </a:lnTo>
                      <a:close/>
                    </a:path>
                  </a:pathLst>
                </a:custGeom>
                <a:solidFill>
                  <a:schemeClr val="accent1">
                    <a:alpha val="90000"/>
                  </a:schemeClr>
                </a:solidFill>
                <a:ln w="9525" cap="flat">
                  <a:noFill/>
                  <a:prstDash val="solid"/>
                  <a:miter/>
                </a:ln>
              </p:spPr>
              <p:txBody>
                <a:bodyPr wrap="square" rtlCol="0" anchor="ctr">
                  <a:noAutofit/>
                </a:bodyPr>
                <a:lstStyle/>
                <a:p>
                  <a:endParaRPr lang="en-GB" sz="1200" noProof="0"/>
                </a:p>
              </p:txBody>
            </p:sp>
            <p:sp>
              <p:nvSpPr>
                <p:cNvPr id="79" name="Freeform: Shape 78">
                  <a:extLst>
                    <a:ext uri="{FF2B5EF4-FFF2-40B4-BE49-F238E27FC236}">
                      <a16:creationId xmlns:a16="http://schemas.microsoft.com/office/drawing/2014/main" id="{4E099486-C1F6-46A8-8F63-ACCD22A2FCDF}"/>
                    </a:ext>
                  </a:extLst>
                </p:cNvPr>
                <p:cNvSpPr/>
                <p:nvPr/>
              </p:nvSpPr>
              <p:spPr>
                <a:xfrm>
                  <a:off x="1137051" y="2419442"/>
                  <a:ext cx="816859" cy="1983739"/>
                </a:xfrm>
                <a:custGeom>
                  <a:avLst/>
                  <a:gdLst>
                    <a:gd name="connsiteX0" fmla="*/ 0 w 816859"/>
                    <a:gd name="connsiteY0" fmla="*/ 0 h 1983739"/>
                    <a:gd name="connsiteX1" fmla="*/ 694016 w 816859"/>
                    <a:gd name="connsiteY1" fmla="*/ 694016 h 1983739"/>
                    <a:gd name="connsiteX2" fmla="*/ 694016 w 816859"/>
                    <a:gd name="connsiteY2" fmla="*/ 1289813 h 1983739"/>
                    <a:gd name="connsiteX3" fmla="*/ 0 w 816859"/>
                    <a:gd name="connsiteY3" fmla="*/ 1983739 h 1983739"/>
                  </a:gdLst>
                  <a:ahLst/>
                  <a:cxnLst>
                    <a:cxn ang="0">
                      <a:pos x="connsiteX0" y="connsiteY0"/>
                    </a:cxn>
                    <a:cxn ang="0">
                      <a:pos x="connsiteX1" y="connsiteY1"/>
                    </a:cxn>
                    <a:cxn ang="0">
                      <a:pos x="connsiteX2" y="connsiteY2"/>
                    </a:cxn>
                    <a:cxn ang="0">
                      <a:pos x="connsiteX3" y="connsiteY3"/>
                    </a:cxn>
                  </a:cxnLst>
                  <a:rect l="l" t="t" r="r" b="b"/>
                  <a:pathLst>
                    <a:path w="816859" h="1983739">
                      <a:moveTo>
                        <a:pt x="0" y="0"/>
                      </a:moveTo>
                      <a:lnTo>
                        <a:pt x="694016" y="694016"/>
                      </a:lnTo>
                      <a:cubicBezTo>
                        <a:pt x="857807" y="857807"/>
                        <a:pt x="857807" y="1126023"/>
                        <a:pt x="694016" y="1289813"/>
                      </a:cubicBezTo>
                      <a:lnTo>
                        <a:pt x="0" y="1983739"/>
                      </a:lnTo>
                      <a:close/>
                    </a:path>
                  </a:pathLst>
                </a:custGeom>
                <a:solidFill>
                  <a:schemeClr val="bg1">
                    <a:alpha val="90000"/>
                  </a:schemeClr>
                </a:solidFill>
                <a:ln w="9525" cap="flat">
                  <a:noFill/>
                  <a:prstDash val="solid"/>
                  <a:miter/>
                </a:ln>
                <a:effectLst>
                  <a:outerShdw blurRad="50800" dist="38100" algn="l" rotWithShape="0">
                    <a:prstClr val="black">
                      <a:alpha val="40000"/>
                    </a:prstClr>
                  </a:outerShdw>
                </a:effectLst>
              </p:spPr>
              <p:txBody>
                <a:bodyPr wrap="square" rtlCol="0" anchor="ctr">
                  <a:noAutofit/>
                </a:bodyPr>
                <a:lstStyle/>
                <a:p>
                  <a:endParaRPr lang="en-GB" sz="1200" noProof="0"/>
                </a:p>
              </p:txBody>
            </p:sp>
          </p:grpSp>
          <p:sp>
            <p:nvSpPr>
              <p:cNvPr id="29" name="TextBox 28">
                <a:extLst>
                  <a:ext uri="{FF2B5EF4-FFF2-40B4-BE49-F238E27FC236}">
                    <a16:creationId xmlns:a16="http://schemas.microsoft.com/office/drawing/2014/main" id="{0A2A7FF8-4CAD-405D-AD42-3092D3B581FC}"/>
                  </a:ext>
                </a:extLst>
              </p:cNvPr>
              <p:cNvSpPr txBox="1"/>
              <p:nvPr/>
            </p:nvSpPr>
            <p:spPr>
              <a:xfrm>
                <a:off x="3002215" y="3814885"/>
                <a:ext cx="360482" cy="738664"/>
              </a:xfrm>
              <a:prstGeom prst="rect">
                <a:avLst/>
              </a:prstGeom>
              <a:noFill/>
            </p:spPr>
            <p:txBody>
              <a:bodyPr wrap="square" lIns="0" tIns="0" rIns="0" bIns="0" rtlCol="0">
                <a:spAutoFit/>
              </a:bodyPr>
              <a:lstStyle/>
              <a:p>
                <a:r>
                  <a:rPr lang="en-GB" sz="4800" noProof="0">
                    <a:solidFill>
                      <a:schemeClr val="accent1"/>
                    </a:solidFill>
                  </a:rPr>
                  <a:t>2</a:t>
                </a:r>
              </a:p>
            </p:txBody>
          </p:sp>
          <p:pic>
            <p:nvPicPr>
              <p:cNvPr id="30" name="Graphic 29" descr="Group brainstorm with solid fill">
                <a:extLst>
                  <a:ext uri="{FF2B5EF4-FFF2-40B4-BE49-F238E27FC236}">
                    <a16:creationId xmlns:a16="http://schemas.microsoft.com/office/drawing/2014/main" id="{AA3EEE68-EA09-44D5-A7CD-D95BAA63EB35}"/>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3049585" y="3003730"/>
                <a:ext cx="778403" cy="778403"/>
              </a:xfrm>
              <a:prstGeom prst="rect">
                <a:avLst/>
              </a:prstGeom>
            </p:spPr>
          </p:pic>
        </p:grpSp>
      </p:grpSp>
      <p:sp>
        <p:nvSpPr>
          <p:cNvPr id="41" name="TextBox 40">
            <a:extLst>
              <a:ext uri="{FF2B5EF4-FFF2-40B4-BE49-F238E27FC236}">
                <a16:creationId xmlns:a16="http://schemas.microsoft.com/office/drawing/2014/main" id="{0244457F-6FDD-4FD8-80C9-63839CCB807B}"/>
              </a:ext>
            </a:extLst>
          </p:cNvPr>
          <p:cNvSpPr txBox="1"/>
          <p:nvPr/>
        </p:nvSpPr>
        <p:spPr>
          <a:xfrm>
            <a:off x="857463" y="3573584"/>
            <a:ext cx="360482" cy="738664"/>
          </a:xfrm>
          <a:prstGeom prst="rect">
            <a:avLst/>
          </a:prstGeom>
          <a:noFill/>
        </p:spPr>
        <p:txBody>
          <a:bodyPr wrap="square" lIns="0" tIns="0" rIns="0" bIns="0" rtlCol="0">
            <a:spAutoFit/>
          </a:bodyPr>
          <a:lstStyle/>
          <a:p>
            <a:r>
              <a:rPr lang="en-GB" sz="4800" noProof="0">
                <a:solidFill>
                  <a:schemeClr val="accent1"/>
                </a:solidFill>
              </a:rPr>
              <a:t>1</a:t>
            </a:r>
          </a:p>
        </p:txBody>
      </p:sp>
      <p:grpSp>
        <p:nvGrpSpPr>
          <p:cNvPr id="10" name="Group 9">
            <a:extLst>
              <a:ext uri="{FF2B5EF4-FFF2-40B4-BE49-F238E27FC236}">
                <a16:creationId xmlns:a16="http://schemas.microsoft.com/office/drawing/2014/main" id="{CB8BCDBA-6DD3-44DD-8204-75E0BEC448FC}"/>
              </a:ext>
            </a:extLst>
          </p:cNvPr>
          <p:cNvGrpSpPr/>
          <p:nvPr/>
        </p:nvGrpSpPr>
        <p:grpSpPr>
          <a:xfrm>
            <a:off x="842158" y="2166208"/>
            <a:ext cx="1980000" cy="3927014"/>
            <a:chOff x="842158" y="2407508"/>
            <a:chExt cx="1980000" cy="3927014"/>
          </a:xfrm>
        </p:grpSpPr>
        <p:sp>
          <p:nvSpPr>
            <p:cNvPr id="36" name="Text Placeholder 13">
              <a:extLst>
                <a:ext uri="{FF2B5EF4-FFF2-40B4-BE49-F238E27FC236}">
                  <a16:creationId xmlns:a16="http://schemas.microsoft.com/office/drawing/2014/main" id="{56C885C6-01B8-48FB-8CBE-B78865E441BF}"/>
                </a:ext>
              </a:extLst>
            </p:cNvPr>
            <p:cNvSpPr txBox="1">
              <a:spLocks/>
            </p:cNvSpPr>
            <p:nvPr/>
          </p:nvSpPr>
          <p:spPr>
            <a:xfrm>
              <a:off x="842158" y="4813143"/>
              <a:ext cx="1980000" cy="1521379"/>
            </a:xfrm>
            <a:prstGeom prst="rect">
              <a:avLst/>
            </a:prstGeom>
          </p:spPr>
          <p:txBody>
            <a:bodyPr lIns="0" tIns="0" rIns="0" bIns="0"/>
            <a:lstStyle>
              <a:lvl1pPr marL="0" indent="0" algn="l" defTabSz="914400" rtl="0" eaLnBrk="1" latinLnBrk="0" hangingPunct="1">
                <a:lnSpc>
                  <a:spcPct val="10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b="1" noProof="0">
                  <a:solidFill>
                    <a:schemeClr val="tx2"/>
                  </a:solidFill>
                </a:rPr>
                <a:t>Set the theme</a:t>
              </a:r>
            </a:p>
            <a:p>
              <a:pPr marL="180975" indent="-180975">
                <a:lnSpc>
                  <a:spcPts val="2200"/>
                </a:lnSpc>
                <a:buFont typeface="Arial" panose="020B0604020202020204" pitchFamily="34" charset="0"/>
                <a:buChar char="•"/>
                <a:defRPr/>
              </a:pPr>
              <a:r>
                <a:rPr lang="en-GB" sz="1200" noProof="0">
                  <a:solidFill>
                    <a:schemeClr val="tx2"/>
                  </a:solidFill>
                </a:rPr>
                <a:t>Set the theme of the walk</a:t>
              </a:r>
            </a:p>
            <a:p>
              <a:pPr marL="180975" indent="-180975">
                <a:lnSpc>
                  <a:spcPts val="2200"/>
                </a:lnSpc>
                <a:buFont typeface="Arial" panose="020B0604020202020204" pitchFamily="34" charset="0"/>
                <a:buChar char="•"/>
                <a:defRPr/>
              </a:pPr>
              <a:r>
                <a:rPr lang="en-GB" sz="1200" noProof="0">
                  <a:solidFill>
                    <a:schemeClr val="tx2"/>
                  </a:solidFill>
                </a:rPr>
                <a:t>Engage and Involve</a:t>
              </a:r>
            </a:p>
          </p:txBody>
        </p:sp>
        <p:grpSp>
          <p:nvGrpSpPr>
            <p:cNvPr id="5" name="Group 4">
              <a:extLst>
                <a:ext uri="{FF2B5EF4-FFF2-40B4-BE49-F238E27FC236}">
                  <a16:creationId xmlns:a16="http://schemas.microsoft.com/office/drawing/2014/main" id="{27835ADC-A782-423A-87D5-6D506CF5D7AC}"/>
                </a:ext>
              </a:extLst>
            </p:cNvPr>
            <p:cNvGrpSpPr/>
            <p:nvPr/>
          </p:nvGrpSpPr>
          <p:grpSpPr>
            <a:xfrm>
              <a:off x="911430" y="2407508"/>
              <a:ext cx="1385514" cy="1983739"/>
              <a:chOff x="911430" y="2407508"/>
              <a:chExt cx="1385514" cy="1983739"/>
            </a:xfrm>
          </p:grpSpPr>
          <p:grpSp>
            <p:nvGrpSpPr>
              <p:cNvPr id="2" name="Group 1">
                <a:extLst>
                  <a:ext uri="{FF2B5EF4-FFF2-40B4-BE49-F238E27FC236}">
                    <a16:creationId xmlns:a16="http://schemas.microsoft.com/office/drawing/2014/main" id="{07AB7FEB-64AB-4131-AB2B-96E14B5EB422}"/>
                  </a:ext>
                </a:extLst>
              </p:cNvPr>
              <p:cNvGrpSpPr/>
              <p:nvPr/>
            </p:nvGrpSpPr>
            <p:grpSpPr>
              <a:xfrm>
                <a:off x="1137050" y="2407508"/>
                <a:ext cx="1159894" cy="1983739"/>
                <a:chOff x="1137050" y="2419442"/>
                <a:chExt cx="1159894" cy="1983739"/>
              </a:xfrm>
            </p:grpSpPr>
            <p:sp>
              <p:nvSpPr>
                <p:cNvPr id="75" name="Freeform: Shape 74">
                  <a:extLst>
                    <a:ext uri="{FF2B5EF4-FFF2-40B4-BE49-F238E27FC236}">
                      <a16:creationId xmlns:a16="http://schemas.microsoft.com/office/drawing/2014/main" id="{6EBAEE93-2BEF-4C37-8E56-D6299C70D95C}"/>
                    </a:ext>
                  </a:extLst>
                </p:cNvPr>
                <p:cNvSpPr/>
                <p:nvPr/>
              </p:nvSpPr>
              <p:spPr>
                <a:xfrm>
                  <a:off x="1137050" y="2470862"/>
                  <a:ext cx="1159894" cy="1880829"/>
                </a:xfrm>
                <a:custGeom>
                  <a:avLst/>
                  <a:gdLst>
                    <a:gd name="connsiteX0" fmla="*/ 0 w 1159894"/>
                    <a:gd name="connsiteY0" fmla="*/ 0 h 1880829"/>
                    <a:gd name="connsiteX1" fmla="*/ 1076500 w 1159894"/>
                    <a:gd name="connsiteY1" fmla="*/ 738253 h 1880829"/>
                    <a:gd name="connsiteX2" fmla="*/ 1076500 w 1159894"/>
                    <a:gd name="connsiteY2" fmla="*/ 1142576 h 1880829"/>
                    <a:gd name="connsiteX3" fmla="*/ 0 w 1159894"/>
                    <a:gd name="connsiteY3" fmla="*/ 1880829 h 1880829"/>
                  </a:gdLst>
                  <a:ahLst/>
                  <a:cxnLst>
                    <a:cxn ang="0">
                      <a:pos x="connsiteX0" y="connsiteY0"/>
                    </a:cxn>
                    <a:cxn ang="0">
                      <a:pos x="connsiteX1" y="connsiteY1"/>
                    </a:cxn>
                    <a:cxn ang="0">
                      <a:pos x="connsiteX2" y="connsiteY2"/>
                    </a:cxn>
                    <a:cxn ang="0">
                      <a:pos x="connsiteX3" y="connsiteY3"/>
                    </a:cxn>
                  </a:cxnLst>
                  <a:rect l="l" t="t" r="r" b="b"/>
                  <a:pathLst>
                    <a:path w="1159894" h="1880829">
                      <a:moveTo>
                        <a:pt x="0" y="0"/>
                      </a:moveTo>
                      <a:lnTo>
                        <a:pt x="1076500" y="738253"/>
                      </a:lnTo>
                      <a:cubicBezTo>
                        <a:pt x="1187693" y="849446"/>
                        <a:pt x="1187693" y="1031383"/>
                        <a:pt x="1076500" y="1142576"/>
                      </a:cubicBezTo>
                      <a:lnTo>
                        <a:pt x="0" y="1880829"/>
                      </a:lnTo>
                      <a:close/>
                    </a:path>
                  </a:pathLst>
                </a:custGeom>
                <a:solidFill>
                  <a:schemeClr val="accent1">
                    <a:alpha val="90000"/>
                  </a:schemeClr>
                </a:solidFill>
                <a:ln w="9525" cap="flat">
                  <a:noFill/>
                  <a:prstDash val="solid"/>
                  <a:miter/>
                </a:ln>
              </p:spPr>
              <p:txBody>
                <a:bodyPr wrap="square" rtlCol="0" anchor="ctr">
                  <a:noAutofit/>
                </a:bodyPr>
                <a:lstStyle/>
                <a:p>
                  <a:endParaRPr lang="en-GB" sz="1200" noProof="0"/>
                </a:p>
              </p:txBody>
            </p:sp>
            <p:sp>
              <p:nvSpPr>
                <p:cNvPr id="73" name="Freeform: Shape 72">
                  <a:extLst>
                    <a:ext uri="{FF2B5EF4-FFF2-40B4-BE49-F238E27FC236}">
                      <a16:creationId xmlns:a16="http://schemas.microsoft.com/office/drawing/2014/main" id="{17629C6B-2A88-4C85-AD3F-5E685A9E287C}"/>
                    </a:ext>
                  </a:extLst>
                </p:cNvPr>
                <p:cNvSpPr/>
                <p:nvPr/>
              </p:nvSpPr>
              <p:spPr>
                <a:xfrm>
                  <a:off x="1137051" y="2419442"/>
                  <a:ext cx="816859" cy="1983739"/>
                </a:xfrm>
                <a:custGeom>
                  <a:avLst/>
                  <a:gdLst>
                    <a:gd name="connsiteX0" fmla="*/ 0 w 816859"/>
                    <a:gd name="connsiteY0" fmla="*/ 0 h 1983739"/>
                    <a:gd name="connsiteX1" fmla="*/ 694016 w 816859"/>
                    <a:gd name="connsiteY1" fmla="*/ 694016 h 1983739"/>
                    <a:gd name="connsiteX2" fmla="*/ 694016 w 816859"/>
                    <a:gd name="connsiteY2" fmla="*/ 1289813 h 1983739"/>
                    <a:gd name="connsiteX3" fmla="*/ 0 w 816859"/>
                    <a:gd name="connsiteY3" fmla="*/ 1983739 h 1983739"/>
                  </a:gdLst>
                  <a:ahLst/>
                  <a:cxnLst>
                    <a:cxn ang="0">
                      <a:pos x="connsiteX0" y="connsiteY0"/>
                    </a:cxn>
                    <a:cxn ang="0">
                      <a:pos x="connsiteX1" y="connsiteY1"/>
                    </a:cxn>
                    <a:cxn ang="0">
                      <a:pos x="connsiteX2" y="connsiteY2"/>
                    </a:cxn>
                    <a:cxn ang="0">
                      <a:pos x="connsiteX3" y="connsiteY3"/>
                    </a:cxn>
                  </a:cxnLst>
                  <a:rect l="l" t="t" r="r" b="b"/>
                  <a:pathLst>
                    <a:path w="816859" h="1983739">
                      <a:moveTo>
                        <a:pt x="0" y="0"/>
                      </a:moveTo>
                      <a:lnTo>
                        <a:pt x="694016" y="694016"/>
                      </a:lnTo>
                      <a:cubicBezTo>
                        <a:pt x="857807" y="857807"/>
                        <a:pt x="857807" y="1126023"/>
                        <a:pt x="694016" y="1289813"/>
                      </a:cubicBezTo>
                      <a:lnTo>
                        <a:pt x="0" y="1983739"/>
                      </a:lnTo>
                      <a:close/>
                    </a:path>
                  </a:pathLst>
                </a:custGeom>
                <a:solidFill>
                  <a:schemeClr val="bg1">
                    <a:alpha val="90000"/>
                  </a:schemeClr>
                </a:solidFill>
                <a:ln w="9525" cap="flat">
                  <a:noFill/>
                  <a:prstDash val="solid"/>
                  <a:miter/>
                </a:ln>
                <a:effectLst>
                  <a:outerShdw blurRad="50800" dist="38100" algn="l" rotWithShape="0">
                    <a:prstClr val="black">
                      <a:alpha val="40000"/>
                    </a:prstClr>
                  </a:outerShdw>
                </a:effectLst>
              </p:spPr>
              <p:txBody>
                <a:bodyPr wrap="square" rtlCol="0" anchor="ctr">
                  <a:noAutofit/>
                </a:bodyPr>
                <a:lstStyle/>
                <a:p>
                  <a:endParaRPr lang="en-GB" sz="1200" noProof="0"/>
                </a:p>
              </p:txBody>
            </p:sp>
          </p:grpSp>
          <p:pic>
            <p:nvPicPr>
              <p:cNvPr id="39" name="Graphic 38" descr="Help with solid fill">
                <a:extLst>
                  <a:ext uri="{FF2B5EF4-FFF2-40B4-BE49-F238E27FC236}">
                    <a16:creationId xmlns:a16="http://schemas.microsoft.com/office/drawing/2014/main" id="{47514201-3D23-445F-9475-E3A934782274}"/>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911430" y="3003729"/>
                <a:ext cx="778402" cy="778402"/>
              </a:xfrm>
              <a:prstGeom prst="rect">
                <a:avLst/>
              </a:prstGeom>
            </p:spPr>
          </p:pic>
        </p:grpSp>
      </p:grpSp>
      <p:grpSp>
        <p:nvGrpSpPr>
          <p:cNvPr id="47" name="Group 46">
            <a:extLst>
              <a:ext uri="{FF2B5EF4-FFF2-40B4-BE49-F238E27FC236}">
                <a16:creationId xmlns:a16="http://schemas.microsoft.com/office/drawing/2014/main" id="{2F4D9F58-09D5-4716-ABD0-B695BFEA272A}"/>
              </a:ext>
            </a:extLst>
          </p:cNvPr>
          <p:cNvGrpSpPr/>
          <p:nvPr/>
        </p:nvGrpSpPr>
        <p:grpSpPr>
          <a:xfrm>
            <a:off x="7322329" y="2166208"/>
            <a:ext cx="1980000" cy="3842631"/>
            <a:chOff x="7322329" y="2407508"/>
            <a:chExt cx="1980000" cy="3842631"/>
          </a:xfrm>
        </p:grpSpPr>
        <p:sp>
          <p:nvSpPr>
            <p:cNvPr id="54" name="Text Placeholder 13">
              <a:extLst>
                <a:ext uri="{FF2B5EF4-FFF2-40B4-BE49-F238E27FC236}">
                  <a16:creationId xmlns:a16="http://schemas.microsoft.com/office/drawing/2014/main" id="{27FF5BE9-60D7-4259-96DD-44E4664B8CD6}"/>
                </a:ext>
              </a:extLst>
            </p:cNvPr>
            <p:cNvSpPr txBox="1">
              <a:spLocks/>
            </p:cNvSpPr>
            <p:nvPr/>
          </p:nvSpPr>
          <p:spPr>
            <a:xfrm>
              <a:off x="7322329" y="4813143"/>
              <a:ext cx="1980000" cy="1436996"/>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1000"/>
                </a:spcBef>
                <a:buFont typeface="Arial" panose="020B0604020202020204" pitchFamily="34" charset="0"/>
                <a:buNone/>
                <a:defRPr sz="4800" b="1" kern="1200">
                  <a:solidFill>
                    <a:schemeClr val="bg2"/>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noProof="0">
                  <a:solidFill>
                    <a:schemeClr val="tx2"/>
                  </a:solidFill>
                </a:rPr>
                <a:t>Evaluate the findings</a:t>
              </a:r>
            </a:p>
            <a:p>
              <a:pPr marL="180975" marR="0" lvl="0" indent="-180975" fontAlgn="auto">
                <a:lnSpc>
                  <a:spcPts val="2200"/>
                </a:lnSpc>
                <a:spcAft>
                  <a:spcPts val="0"/>
                </a:spcAft>
                <a:buClrTx/>
                <a:buSzTx/>
                <a:buFont typeface="Arial" panose="020B0604020202020204" pitchFamily="34" charset="0"/>
                <a:buChar char="•"/>
                <a:tabLst/>
                <a:defRPr/>
              </a:pPr>
              <a:r>
                <a:rPr lang="en-GB" sz="1200" b="0" noProof="0">
                  <a:solidFill>
                    <a:schemeClr val="tx2"/>
                  </a:solidFill>
                </a:rPr>
                <a:t>Review and discuss what has been found amongst the team including the colleague(s) involved</a:t>
              </a:r>
            </a:p>
          </p:txBody>
        </p:sp>
        <p:grpSp>
          <p:nvGrpSpPr>
            <p:cNvPr id="8" name="Group 7">
              <a:extLst>
                <a:ext uri="{FF2B5EF4-FFF2-40B4-BE49-F238E27FC236}">
                  <a16:creationId xmlns:a16="http://schemas.microsoft.com/office/drawing/2014/main" id="{5F5E435A-A0E5-48DB-94B9-772DE708842F}"/>
                </a:ext>
              </a:extLst>
            </p:cNvPr>
            <p:cNvGrpSpPr/>
            <p:nvPr/>
          </p:nvGrpSpPr>
          <p:grpSpPr>
            <a:xfrm>
              <a:off x="7322329" y="2407508"/>
              <a:ext cx="1497354" cy="2146041"/>
              <a:chOff x="7322329" y="2407508"/>
              <a:chExt cx="1497354" cy="2146041"/>
            </a:xfrm>
          </p:grpSpPr>
          <p:grpSp>
            <p:nvGrpSpPr>
              <p:cNvPr id="83" name="Group 82">
                <a:extLst>
                  <a:ext uri="{FF2B5EF4-FFF2-40B4-BE49-F238E27FC236}">
                    <a16:creationId xmlns:a16="http://schemas.microsoft.com/office/drawing/2014/main" id="{C54F99AF-12AB-4542-840A-BE2C4803C956}"/>
                  </a:ext>
                </a:extLst>
              </p:cNvPr>
              <p:cNvGrpSpPr/>
              <p:nvPr/>
            </p:nvGrpSpPr>
            <p:grpSpPr>
              <a:xfrm>
                <a:off x="7659789" y="2407508"/>
                <a:ext cx="1159894" cy="1983739"/>
                <a:chOff x="1137050" y="2419442"/>
                <a:chExt cx="1159894" cy="1983739"/>
              </a:xfrm>
            </p:grpSpPr>
            <p:sp>
              <p:nvSpPr>
                <p:cNvPr id="84" name="Freeform: Shape 83">
                  <a:extLst>
                    <a:ext uri="{FF2B5EF4-FFF2-40B4-BE49-F238E27FC236}">
                      <a16:creationId xmlns:a16="http://schemas.microsoft.com/office/drawing/2014/main" id="{C43F5371-A0F1-4E53-B1A7-798E3DBA32D3}"/>
                    </a:ext>
                  </a:extLst>
                </p:cNvPr>
                <p:cNvSpPr/>
                <p:nvPr/>
              </p:nvSpPr>
              <p:spPr>
                <a:xfrm>
                  <a:off x="1137050" y="2470862"/>
                  <a:ext cx="1159894" cy="1880829"/>
                </a:xfrm>
                <a:custGeom>
                  <a:avLst/>
                  <a:gdLst>
                    <a:gd name="connsiteX0" fmla="*/ 0 w 1159894"/>
                    <a:gd name="connsiteY0" fmla="*/ 0 h 1880829"/>
                    <a:gd name="connsiteX1" fmla="*/ 1076500 w 1159894"/>
                    <a:gd name="connsiteY1" fmla="*/ 738253 h 1880829"/>
                    <a:gd name="connsiteX2" fmla="*/ 1076500 w 1159894"/>
                    <a:gd name="connsiteY2" fmla="*/ 1142576 h 1880829"/>
                    <a:gd name="connsiteX3" fmla="*/ 0 w 1159894"/>
                    <a:gd name="connsiteY3" fmla="*/ 1880829 h 1880829"/>
                  </a:gdLst>
                  <a:ahLst/>
                  <a:cxnLst>
                    <a:cxn ang="0">
                      <a:pos x="connsiteX0" y="connsiteY0"/>
                    </a:cxn>
                    <a:cxn ang="0">
                      <a:pos x="connsiteX1" y="connsiteY1"/>
                    </a:cxn>
                    <a:cxn ang="0">
                      <a:pos x="connsiteX2" y="connsiteY2"/>
                    </a:cxn>
                    <a:cxn ang="0">
                      <a:pos x="connsiteX3" y="connsiteY3"/>
                    </a:cxn>
                  </a:cxnLst>
                  <a:rect l="l" t="t" r="r" b="b"/>
                  <a:pathLst>
                    <a:path w="1159894" h="1880829">
                      <a:moveTo>
                        <a:pt x="0" y="0"/>
                      </a:moveTo>
                      <a:lnTo>
                        <a:pt x="1076500" y="738253"/>
                      </a:lnTo>
                      <a:cubicBezTo>
                        <a:pt x="1187693" y="849446"/>
                        <a:pt x="1187693" y="1031383"/>
                        <a:pt x="1076500" y="1142576"/>
                      </a:cubicBezTo>
                      <a:lnTo>
                        <a:pt x="0" y="1880829"/>
                      </a:lnTo>
                      <a:close/>
                    </a:path>
                  </a:pathLst>
                </a:custGeom>
                <a:solidFill>
                  <a:schemeClr val="accent1">
                    <a:alpha val="90000"/>
                  </a:schemeClr>
                </a:solidFill>
                <a:ln w="9525" cap="flat">
                  <a:noFill/>
                  <a:prstDash val="solid"/>
                  <a:miter/>
                </a:ln>
              </p:spPr>
              <p:txBody>
                <a:bodyPr wrap="square" rtlCol="0" anchor="ctr">
                  <a:noAutofit/>
                </a:bodyPr>
                <a:lstStyle/>
                <a:p>
                  <a:endParaRPr lang="en-GB" sz="1200" noProof="0"/>
                </a:p>
              </p:txBody>
            </p:sp>
            <p:sp>
              <p:nvSpPr>
                <p:cNvPr id="85" name="Freeform: Shape 84">
                  <a:extLst>
                    <a:ext uri="{FF2B5EF4-FFF2-40B4-BE49-F238E27FC236}">
                      <a16:creationId xmlns:a16="http://schemas.microsoft.com/office/drawing/2014/main" id="{EDC72862-7750-4AB4-B8F6-344E6E443FEA}"/>
                    </a:ext>
                  </a:extLst>
                </p:cNvPr>
                <p:cNvSpPr/>
                <p:nvPr/>
              </p:nvSpPr>
              <p:spPr>
                <a:xfrm>
                  <a:off x="1137051" y="2419442"/>
                  <a:ext cx="816859" cy="1983739"/>
                </a:xfrm>
                <a:custGeom>
                  <a:avLst/>
                  <a:gdLst>
                    <a:gd name="connsiteX0" fmla="*/ 0 w 816859"/>
                    <a:gd name="connsiteY0" fmla="*/ 0 h 1983739"/>
                    <a:gd name="connsiteX1" fmla="*/ 694016 w 816859"/>
                    <a:gd name="connsiteY1" fmla="*/ 694016 h 1983739"/>
                    <a:gd name="connsiteX2" fmla="*/ 694016 w 816859"/>
                    <a:gd name="connsiteY2" fmla="*/ 1289813 h 1983739"/>
                    <a:gd name="connsiteX3" fmla="*/ 0 w 816859"/>
                    <a:gd name="connsiteY3" fmla="*/ 1983739 h 1983739"/>
                  </a:gdLst>
                  <a:ahLst/>
                  <a:cxnLst>
                    <a:cxn ang="0">
                      <a:pos x="connsiteX0" y="connsiteY0"/>
                    </a:cxn>
                    <a:cxn ang="0">
                      <a:pos x="connsiteX1" y="connsiteY1"/>
                    </a:cxn>
                    <a:cxn ang="0">
                      <a:pos x="connsiteX2" y="connsiteY2"/>
                    </a:cxn>
                    <a:cxn ang="0">
                      <a:pos x="connsiteX3" y="connsiteY3"/>
                    </a:cxn>
                  </a:cxnLst>
                  <a:rect l="l" t="t" r="r" b="b"/>
                  <a:pathLst>
                    <a:path w="816859" h="1983739">
                      <a:moveTo>
                        <a:pt x="0" y="0"/>
                      </a:moveTo>
                      <a:lnTo>
                        <a:pt x="694016" y="694016"/>
                      </a:lnTo>
                      <a:cubicBezTo>
                        <a:pt x="857807" y="857807"/>
                        <a:pt x="857807" y="1126023"/>
                        <a:pt x="694016" y="1289813"/>
                      </a:cubicBezTo>
                      <a:lnTo>
                        <a:pt x="0" y="1983739"/>
                      </a:lnTo>
                      <a:close/>
                    </a:path>
                  </a:pathLst>
                </a:custGeom>
                <a:solidFill>
                  <a:schemeClr val="bg1">
                    <a:alpha val="90000"/>
                  </a:schemeClr>
                </a:solidFill>
                <a:ln w="9525" cap="flat">
                  <a:noFill/>
                  <a:prstDash val="solid"/>
                  <a:miter/>
                </a:ln>
                <a:effectLst>
                  <a:outerShdw blurRad="50800" dist="38100" algn="l" rotWithShape="0">
                    <a:prstClr val="black">
                      <a:alpha val="40000"/>
                    </a:prstClr>
                  </a:outerShdw>
                </a:effectLst>
              </p:spPr>
              <p:txBody>
                <a:bodyPr wrap="square" rtlCol="0" anchor="ctr">
                  <a:noAutofit/>
                </a:bodyPr>
                <a:lstStyle/>
                <a:p>
                  <a:endParaRPr lang="en-GB" sz="1200" noProof="0"/>
                </a:p>
              </p:txBody>
            </p:sp>
          </p:grpSp>
          <p:sp>
            <p:nvSpPr>
              <p:cNvPr id="57" name="TextBox 56">
                <a:extLst>
                  <a:ext uri="{FF2B5EF4-FFF2-40B4-BE49-F238E27FC236}">
                    <a16:creationId xmlns:a16="http://schemas.microsoft.com/office/drawing/2014/main" id="{CA19B536-A601-4389-9685-578CF3B3C361}"/>
                  </a:ext>
                </a:extLst>
              </p:cNvPr>
              <p:cNvSpPr txBox="1"/>
              <p:nvPr/>
            </p:nvSpPr>
            <p:spPr>
              <a:xfrm>
                <a:off x="7322329" y="3814885"/>
                <a:ext cx="360482" cy="738664"/>
              </a:xfrm>
              <a:prstGeom prst="rect">
                <a:avLst/>
              </a:prstGeom>
              <a:noFill/>
            </p:spPr>
            <p:txBody>
              <a:bodyPr wrap="square" lIns="0" tIns="0" rIns="0" bIns="0" rtlCol="0">
                <a:spAutoFit/>
              </a:bodyPr>
              <a:lstStyle/>
              <a:p>
                <a:r>
                  <a:rPr lang="en-GB" sz="4800" noProof="0">
                    <a:solidFill>
                      <a:schemeClr val="accent1"/>
                    </a:solidFill>
                  </a:rPr>
                  <a:t>4</a:t>
                </a:r>
              </a:p>
            </p:txBody>
          </p:sp>
          <p:pic>
            <p:nvPicPr>
              <p:cNvPr id="58" name="Graphic 57">
                <a:extLst>
                  <a:ext uri="{FF2B5EF4-FFF2-40B4-BE49-F238E27FC236}">
                    <a16:creationId xmlns:a16="http://schemas.microsoft.com/office/drawing/2014/main" id="{F4D70F8D-B625-4292-88F9-95B71FD2ABE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7423198" y="3003730"/>
                <a:ext cx="778403" cy="778403"/>
              </a:xfrm>
              <a:prstGeom prst="rect">
                <a:avLst/>
              </a:prstGeom>
            </p:spPr>
          </p:pic>
        </p:grpSp>
      </p:grpSp>
      <p:grpSp>
        <p:nvGrpSpPr>
          <p:cNvPr id="48" name="Group 47">
            <a:extLst>
              <a:ext uri="{FF2B5EF4-FFF2-40B4-BE49-F238E27FC236}">
                <a16:creationId xmlns:a16="http://schemas.microsoft.com/office/drawing/2014/main" id="{E02C5EA9-28B4-413C-A402-7F4A988D627D}"/>
              </a:ext>
            </a:extLst>
          </p:cNvPr>
          <p:cNvGrpSpPr/>
          <p:nvPr/>
        </p:nvGrpSpPr>
        <p:grpSpPr>
          <a:xfrm>
            <a:off x="9482384" y="2166208"/>
            <a:ext cx="1980000" cy="3977407"/>
            <a:chOff x="9482384" y="2407508"/>
            <a:chExt cx="1980000" cy="3977407"/>
          </a:xfrm>
        </p:grpSpPr>
        <p:sp>
          <p:nvSpPr>
            <p:cNvPr id="64" name="Text Placeholder 13">
              <a:extLst>
                <a:ext uri="{FF2B5EF4-FFF2-40B4-BE49-F238E27FC236}">
                  <a16:creationId xmlns:a16="http://schemas.microsoft.com/office/drawing/2014/main" id="{C576FB5A-CAD7-46AB-8D06-793B3E824863}"/>
                </a:ext>
              </a:extLst>
            </p:cNvPr>
            <p:cNvSpPr txBox="1">
              <a:spLocks/>
            </p:cNvSpPr>
            <p:nvPr/>
          </p:nvSpPr>
          <p:spPr>
            <a:xfrm>
              <a:off x="9482384" y="4819678"/>
              <a:ext cx="1980000" cy="1565237"/>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1000"/>
                </a:spcBef>
                <a:buFont typeface="Arial" panose="020B0604020202020204" pitchFamily="34" charset="0"/>
                <a:buNone/>
                <a:defRPr sz="4800" b="1" kern="1200">
                  <a:solidFill>
                    <a:schemeClr val="bg2"/>
                  </a:solidFill>
                  <a:latin typeface="+mn-lt"/>
                  <a:ea typeface="+mn-ea"/>
                  <a:cs typeface="+mn-cs"/>
                </a:defRPr>
              </a:lvl1pPr>
              <a:lvl2pPr marL="0" indent="-3600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2pPr>
              <a:lvl3pPr marL="720725" indent="-358775"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3pPr>
              <a:lvl4pPr marL="108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4pPr>
              <a:lvl5pPr marL="1440000" indent="-360000" algn="l" defTabSz="914400" rtl="0" eaLnBrk="1" latinLnBrk="0" hangingPunct="1">
                <a:lnSpc>
                  <a:spcPct val="10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400" noProof="0">
                  <a:solidFill>
                    <a:schemeClr val="tx2"/>
                  </a:solidFill>
                </a:rPr>
                <a:t>Make it Lean</a:t>
              </a:r>
            </a:p>
            <a:p>
              <a:pPr marL="180975" marR="0" lvl="0" indent="-180975" fontAlgn="auto">
                <a:lnSpc>
                  <a:spcPts val="2200"/>
                </a:lnSpc>
                <a:spcAft>
                  <a:spcPts val="0"/>
                </a:spcAft>
                <a:buClrTx/>
                <a:buSzTx/>
                <a:buFont typeface="Arial" panose="020B0604020202020204" pitchFamily="34" charset="0"/>
                <a:buChar char="•"/>
                <a:tabLst/>
                <a:defRPr/>
              </a:pPr>
              <a:r>
                <a:rPr lang="en-GB" sz="1200" b="0" noProof="0">
                  <a:solidFill>
                    <a:schemeClr val="tx2"/>
                  </a:solidFill>
                </a:rPr>
                <a:t>Report observations/ findings to CI Team to ensure follow up actions</a:t>
              </a:r>
            </a:p>
            <a:p>
              <a:pPr>
                <a:lnSpc>
                  <a:spcPts val="2200"/>
                </a:lnSpc>
                <a:defRPr/>
              </a:pPr>
              <a:endParaRPr lang="en-GB" sz="1200" b="0" noProof="0">
                <a:solidFill>
                  <a:schemeClr val="tx2"/>
                </a:solidFill>
              </a:endParaRPr>
            </a:p>
          </p:txBody>
        </p:sp>
        <p:grpSp>
          <p:nvGrpSpPr>
            <p:cNvPr id="9" name="Group 8">
              <a:extLst>
                <a:ext uri="{FF2B5EF4-FFF2-40B4-BE49-F238E27FC236}">
                  <a16:creationId xmlns:a16="http://schemas.microsoft.com/office/drawing/2014/main" id="{3A3F939E-8D61-4177-A89A-021EC1648E58}"/>
                </a:ext>
              </a:extLst>
            </p:cNvPr>
            <p:cNvGrpSpPr/>
            <p:nvPr/>
          </p:nvGrpSpPr>
          <p:grpSpPr>
            <a:xfrm>
              <a:off x="9482384" y="2407508"/>
              <a:ext cx="1511546" cy="2146041"/>
              <a:chOff x="9482384" y="2407508"/>
              <a:chExt cx="1511546" cy="2146041"/>
            </a:xfrm>
          </p:grpSpPr>
          <p:grpSp>
            <p:nvGrpSpPr>
              <p:cNvPr id="86" name="Group 85">
                <a:extLst>
                  <a:ext uri="{FF2B5EF4-FFF2-40B4-BE49-F238E27FC236}">
                    <a16:creationId xmlns:a16="http://schemas.microsoft.com/office/drawing/2014/main" id="{DB562A1C-3601-478B-A7DF-C0B973FFF0D9}"/>
                  </a:ext>
                </a:extLst>
              </p:cNvPr>
              <p:cNvGrpSpPr/>
              <p:nvPr/>
            </p:nvGrpSpPr>
            <p:grpSpPr>
              <a:xfrm>
                <a:off x="9834036" y="2407508"/>
                <a:ext cx="1159894" cy="1983739"/>
                <a:chOff x="1137050" y="2419442"/>
                <a:chExt cx="1159894" cy="1983739"/>
              </a:xfrm>
            </p:grpSpPr>
            <p:sp>
              <p:nvSpPr>
                <p:cNvPr id="87" name="Freeform: Shape 86">
                  <a:extLst>
                    <a:ext uri="{FF2B5EF4-FFF2-40B4-BE49-F238E27FC236}">
                      <a16:creationId xmlns:a16="http://schemas.microsoft.com/office/drawing/2014/main" id="{12C07218-0124-418A-AFF8-799142069E25}"/>
                    </a:ext>
                  </a:extLst>
                </p:cNvPr>
                <p:cNvSpPr/>
                <p:nvPr/>
              </p:nvSpPr>
              <p:spPr>
                <a:xfrm>
                  <a:off x="1137050" y="2470862"/>
                  <a:ext cx="1159894" cy="1880829"/>
                </a:xfrm>
                <a:custGeom>
                  <a:avLst/>
                  <a:gdLst>
                    <a:gd name="connsiteX0" fmla="*/ 0 w 1159894"/>
                    <a:gd name="connsiteY0" fmla="*/ 0 h 1880829"/>
                    <a:gd name="connsiteX1" fmla="*/ 1076500 w 1159894"/>
                    <a:gd name="connsiteY1" fmla="*/ 738253 h 1880829"/>
                    <a:gd name="connsiteX2" fmla="*/ 1076500 w 1159894"/>
                    <a:gd name="connsiteY2" fmla="*/ 1142576 h 1880829"/>
                    <a:gd name="connsiteX3" fmla="*/ 0 w 1159894"/>
                    <a:gd name="connsiteY3" fmla="*/ 1880829 h 1880829"/>
                  </a:gdLst>
                  <a:ahLst/>
                  <a:cxnLst>
                    <a:cxn ang="0">
                      <a:pos x="connsiteX0" y="connsiteY0"/>
                    </a:cxn>
                    <a:cxn ang="0">
                      <a:pos x="connsiteX1" y="connsiteY1"/>
                    </a:cxn>
                    <a:cxn ang="0">
                      <a:pos x="connsiteX2" y="connsiteY2"/>
                    </a:cxn>
                    <a:cxn ang="0">
                      <a:pos x="connsiteX3" y="connsiteY3"/>
                    </a:cxn>
                  </a:cxnLst>
                  <a:rect l="l" t="t" r="r" b="b"/>
                  <a:pathLst>
                    <a:path w="1159894" h="1880829">
                      <a:moveTo>
                        <a:pt x="0" y="0"/>
                      </a:moveTo>
                      <a:lnTo>
                        <a:pt x="1076500" y="738253"/>
                      </a:lnTo>
                      <a:cubicBezTo>
                        <a:pt x="1187693" y="849446"/>
                        <a:pt x="1187693" y="1031383"/>
                        <a:pt x="1076500" y="1142576"/>
                      </a:cubicBezTo>
                      <a:lnTo>
                        <a:pt x="0" y="1880829"/>
                      </a:lnTo>
                      <a:close/>
                    </a:path>
                  </a:pathLst>
                </a:custGeom>
                <a:solidFill>
                  <a:schemeClr val="accent1">
                    <a:alpha val="90000"/>
                  </a:schemeClr>
                </a:solidFill>
                <a:ln w="9525" cap="flat">
                  <a:noFill/>
                  <a:prstDash val="solid"/>
                  <a:miter/>
                </a:ln>
              </p:spPr>
              <p:txBody>
                <a:bodyPr wrap="square" rtlCol="0" anchor="ctr">
                  <a:noAutofit/>
                </a:bodyPr>
                <a:lstStyle/>
                <a:p>
                  <a:endParaRPr lang="en-GB" sz="1200" noProof="0"/>
                </a:p>
              </p:txBody>
            </p:sp>
            <p:sp>
              <p:nvSpPr>
                <p:cNvPr id="88" name="Freeform: Shape 87">
                  <a:extLst>
                    <a:ext uri="{FF2B5EF4-FFF2-40B4-BE49-F238E27FC236}">
                      <a16:creationId xmlns:a16="http://schemas.microsoft.com/office/drawing/2014/main" id="{A3D02AFE-94E1-4670-AE84-C21F34FF5D9D}"/>
                    </a:ext>
                  </a:extLst>
                </p:cNvPr>
                <p:cNvSpPr/>
                <p:nvPr/>
              </p:nvSpPr>
              <p:spPr>
                <a:xfrm>
                  <a:off x="1137051" y="2419442"/>
                  <a:ext cx="816859" cy="1983739"/>
                </a:xfrm>
                <a:custGeom>
                  <a:avLst/>
                  <a:gdLst>
                    <a:gd name="connsiteX0" fmla="*/ 0 w 816859"/>
                    <a:gd name="connsiteY0" fmla="*/ 0 h 1983739"/>
                    <a:gd name="connsiteX1" fmla="*/ 694016 w 816859"/>
                    <a:gd name="connsiteY1" fmla="*/ 694016 h 1983739"/>
                    <a:gd name="connsiteX2" fmla="*/ 694016 w 816859"/>
                    <a:gd name="connsiteY2" fmla="*/ 1289813 h 1983739"/>
                    <a:gd name="connsiteX3" fmla="*/ 0 w 816859"/>
                    <a:gd name="connsiteY3" fmla="*/ 1983739 h 1983739"/>
                  </a:gdLst>
                  <a:ahLst/>
                  <a:cxnLst>
                    <a:cxn ang="0">
                      <a:pos x="connsiteX0" y="connsiteY0"/>
                    </a:cxn>
                    <a:cxn ang="0">
                      <a:pos x="connsiteX1" y="connsiteY1"/>
                    </a:cxn>
                    <a:cxn ang="0">
                      <a:pos x="connsiteX2" y="connsiteY2"/>
                    </a:cxn>
                    <a:cxn ang="0">
                      <a:pos x="connsiteX3" y="connsiteY3"/>
                    </a:cxn>
                  </a:cxnLst>
                  <a:rect l="l" t="t" r="r" b="b"/>
                  <a:pathLst>
                    <a:path w="816859" h="1983739">
                      <a:moveTo>
                        <a:pt x="0" y="0"/>
                      </a:moveTo>
                      <a:lnTo>
                        <a:pt x="694016" y="694016"/>
                      </a:lnTo>
                      <a:cubicBezTo>
                        <a:pt x="857807" y="857807"/>
                        <a:pt x="857807" y="1126023"/>
                        <a:pt x="694016" y="1289813"/>
                      </a:cubicBezTo>
                      <a:lnTo>
                        <a:pt x="0" y="1983739"/>
                      </a:lnTo>
                      <a:close/>
                    </a:path>
                  </a:pathLst>
                </a:custGeom>
                <a:solidFill>
                  <a:schemeClr val="bg1">
                    <a:alpha val="90000"/>
                  </a:schemeClr>
                </a:solidFill>
                <a:ln w="9525" cap="flat">
                  <a:noFill/>
                  <a:prstDash val="solid"/>
                  <a:miter/>
                </a:ln>
                <a:effectLst>
                  <a:outerShdw blurRad="50800" dist="38100" algn="l" rotWithShape="0">
                    <a:prstClr val="black">
                      <a:alpha val="40000"/>
                    </a:prstClr>
                  </a:outerShdw>
                </a:effectLst>
              </p:spPr>
              <p:txBody>
                <a:bodyPr wrap="square" rtlCol="0" anchor="ctr">
                  <a:noAutofit/>
                </a:bodyPr>
                <a:lstStyle/>
                <a:p>
                  <a:endParaRPr lang="en-GB" sz="1200" noProof="0"/>
                </a:p>
              </p:txBody>
            </p:sp>
          </p:grpSp>
          <p:sp>
            <p:nvSpPr>
              <p:cNvPr id="67" name="TextBox 66">
                <a:extLst>
                  <a:ext uri="{FF2B5EF4-FFF2-40B4-BE49-F238E27FC236}">
                    <a16:creationId xmlns:a16="http://schemas.microsoft.com/office/drawing/2014/main" id="{5F4B760A-AD10-4FDE-BC73-46C6A7D9318E}"/>
                  </a:ext>
                </a:extLst>
              </p:cNvPr>
              <p:cNvSpPr txBox="1"/>
              <p:nvPr/>
            </p:nvSpPr>
            <p:spPr>
              <a:xfrm>
                <a:off x="9482384" y="3814885"/>
                <a:ext cx="360481" cy="738664"/>
              </a:xfrm>
              <a:prstGeom prst="rect">
                <a:avLst/>
              </a:prstGeom>
              <a:noFill/>
            </p:spPr>
            <p:txBody>
              <a:bodyPr wrap="square" lIns="0" tIns="0" rIns="0" bIns="0" rtlCol="0">
                <a:spAutoFit/>
              </a:bodyPr>
              <a:lstStyle/>
              <a:p>
                <a:r>
                  <a:rPr lang="en-GB" sz="4800" noProof="0">
                    <a:solidFill>
                      <a:schemeClr val="accent1"/>
                    </a:solidFill>
                  </a:rPr>
                  <a:t>5</a:t>
                </a:r>
              </a:p>
            </p:txBody>
          </p:sp>
          <p:pic>
            <p:nvPicPr>
              <p:cNvPr id="68" name="Graphic 67" descr="Bar graph with upward trend with solid fill">
                <a:extLst>
                  <a:ext uri="{FF2B5EF4-FFF2-40B4-BE49-F238E27FC236}">
                    <a16:creationId xmlns:a16="http://schemas.microsoft.com/office/drawing/2014/main" id="{5C94D62C-56A7-4341-B95F-61BA006393A3}"/>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9593788" y="3003730"/>
                <a:ext cx="778402" cy="778402"/>
              </a:xfrm>
              <a:prstGeom prst="rect">
                <a:avLst/>
              </a:prstGeom>
            </p:spPr>
          </p:pic>
        </p:grpSp>
      </p:grpSp>
    </p:spTree>
    <p:extLst>
      <p:ext uri="{BB962C8B-B14F-4D97-AF65-F5344CB8AC3E}">
        <p14:creationId xmlns:p14="http://schemas.microsoft.com/office/powerpoint/2010/main" val="1546093358"/>
      </p:ext>
    </p:extLst>
  </p:cSld>
  <p:clrMapOvr>
    <a:masterClrMapping/>
  </p:clrMapOvr>
  <mc:AlternateContent xmlns:mc="http://schemas.openxmlformats.org/markup-compatibility/2006">
    <mc:Choice xmlns:p14="http://schemas.microsoft.com/office/powerpoint/2010/main" Requires="p14">
      <p:transition spd="med" p14:dur="700" advClick="0" advTm="10000">
        <p:fade/>
      </p:transition>
    </mc:Choice>
    <mc:Fallback>
      <p:transition spd="med" advClick="0" advTm="10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500"/>
                                        <p:tgtEl>
                                          <p:spTgt spid="4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fade">
                                      <p:cBhvr>
                                        <p:cTn id="3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2"/>
          <p:cNvSpPr>
            <a:spLocks noGrp="1" noChangeArrowheads="1"/>
          </p:cNvSpPr>
          <p:nvPr>
            <p:ph type="title"/>
          </p:nvPr>
        </p:nvSpPr>
        <p:spPr>
          <a:xfrm>
            <a:off x="2968171" y="3003325"/>
            <a:ext cx="6632575" cy="561975"/>
          </a:xfrm>
        </p:spPr>
        <p:txBody>
          <a:bodyPr/>
          <a:lstStyle/>
          <a:p>
            <a:pPr algn="ctr" eaLnBrk="1" hangingPunct="1"/>
            <a:r>
              <a:rPr lang="en-GB" sz="5400" b="1" noProof="0">
                <a:solidFill>
                  <a:schemeClr val="bg1"/>
                </a:solidFill>
                <a:latin typeface="Trebuchet MS" panose="020B0603020202020204" pitchFamily="34" charset="0"/>
              </a:rPr>
              <a:t>Any Questions?</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2000" cy="6855353"/>
          </a:xfrm>
          <a:prstGeom prst="rect">
            <a:avLst/>
          </a:prstGeom>
        </p:spPr>
      </p:pic>
    </p:spTree>
    <p:extLst>
      <p:ext uri="{BB962C8B-B14F-4D97-AF65-F5344CB8AC3E}">
        <p14:creationId xmlns:p14="http://schemas.microsoft.com/office/powerpoint/2010/main" val="1769893691"/>
      </p:ext>
    </p:extLst>
  </p:cSld>
  <p:clrMapOvr>
    <a:masterClrMapping/>
  </p:clrMapOvr>
  <mc:AlternateContent xmlns:mc="http://schemas.openxmlformats.org/markup-compatibility/2006">
    <mc:Choice xmlns:p14="http://schemas.microsoft.com/office/powerpoint/2010/main" Requires="p14">
      <p:transition spd="slow" p14:dur="2000" advClick="0" advTm="10000"/>
    </mc:Choice>
    <mc:Fallback>
      <p:transition spd="slow" advClick="0" advTm="1000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7373ca1-ea80-4e85-bba1-46459abd48e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B9497C86A87204D84C54D3CFCB56675" ma:contentTypeVersion="18" ma:contentTypeDescription="Create a new document." ma:contentTypeScope="" ma:versionID="dfdc496c9622475a523ddc59cfdef5b7">
  <xsd:schema xmlns:xsd="http://www.w3.org/2001/XMLSchema" xmlns:xs="http://www.w3.org/2001/XMLSchema" xmlns:p="http://schemas.microsoft.com/office/2006/metadata/properties" xmlns:ns3="d7373ca1-ea80-4e85-bba1-46459abd48e7" xmlns:ns4="3b21a45a-0ce8-41c8-8c99-f796b51b0125" targetNamespace="http://schemas.microsoft.com/office/2006/metadata/properties" ma:root="true" ma:fieldsID="bea3b80aa828d46c0b0823b7287cc211" ns3:_="" ns4:_="">
    <xsd:import namespace="d7373ca1-ea80-4e85-bba1-46459abd48e7"/>
    <xsd:import namespace="3b21a45a-0ce8-41c8-8c99-f796b51b012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4:SharedWithUsers" minOccurs="0"/>
                <xsd:element ref="ns4:SharedWithDetails" minOccurs="0"/>
                <xsd:element ref="ns4:SharingHintHash" minOccurs="0"/>
                <xsd:element ref="ns3:MediaServiceGenerationTime" minOccurs="0"/>
                <xsd:element ref="ns3:MediaServiceEventHashCode" minOccurs="0"/>
                <xsd:element ref="ns3:MediaServiceAutoKeyPoints" minOccurs="0"/>
                <xsd:element ref="ns3:MediaServiceKeyPoints" minOccurs="0"/>
                <xsd:element ref="ns3:_activity" minOccurs="0"/>
                <xsd:element ref="ns3:MediaServiceObjectDetectorVersions" minOccurs="0"/>
                <xsd:element ref="ns3:MediaServiceSystemTags" minOccurs="0"/>
                <xsd:element ref="ns3:MediaLengthInSecond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373ca1-ea80-4e85-bba1-46459abd48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b21a45a-0ce8-41c8-8c99-f796b51b0125"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A31359-9C87-4043-B5B4-4A8947D712E0}">
  <ds:schemaRefs>
    <ds:schemaRef ds:uri="3b21a45a-0ce8-41c8-8c99-f796b51b0125"/>
    <ds:schemaRef ds:uri="d7373ca1-ea80-4e85-bba1-46459abd48e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5B308C2-6D1D-4B4D-99EC-12B2CDCF67F1}">
  <ds:schemaRefs>
    <ds:schemaRef ds:uri="3b21a45a-0ce8-41c8-8c99-f796b51b0125"/>
    <ds:schemaRef ds:uri="d7373ca1-ea80-4e85-bba1-46459abd48e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B74C8CC-FBF9-4DA9-959F-4E34B4B6E4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22</Slides>
  <Notes>1</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The basics of Gemba Walks</vt:lpstr>
      <vt:lpstr>What are Gemba Walks?</vt:lpstr>
      <vt:lpstr>Where to do a Gemba Walk?</vt:lpstr>
      <vt:lpstr>What are we looking to identify?</vt:lpstr>
      <vt:lpstr>Different Types of Waste</vt:lpstr>
      <vt:lpstr>Different Types of Waste</vt:lpstr>
      <vt:lpstr>Transport</vt:lpstr>
      <vt:lpstr>Inventory</vt:lpstr>
      <vt:lpstr>Motion</vt:lpstr>
      <vt:lpstr>Waiting</vt:lpstr>
      <vt:lpstr>Over-Processing</vt:lpstr>
      <vt:lpstr>Over-Production</vt:lpstr>
      <vt:lpstr>Defects</vt:lpstr>
      <vt:lpstr>Skills</vt:lpstr>
      <vt:lpstr>PowerPoint Presentation</vt:lpstr>
      <vt:lpstr>PowerPoint Presentation</vt:lpstr>
      <vt:lpstr>PowerPoint Presentation</vt:lpstr>
      <vt:lpstr>PowerPoint Presentation</vt:lpstr>
      <vt:lpstr>What to do during Gemba Walks</vt:lpstr>
      <vt:lpstr>PowerPoint Presentation</vt:lpstr>
      <vt:lpstr>Any Questions?</vt:lpstr>
    </vt:vector>
  </TitlesOfParts>
  <Company>Kingfisher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Parkin, Andrew</dc:creator>
  <cp:revision>1</cp:revision>
  <dcterms:created xsi:type="dcterms:W3CDTF">2023-02-01T19:30:53Z</dcterms:created>
  <dcterms:modified xsi:type="dcterms:W3CDTF">2025-08-26T11:10:29Z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0x0101002B9497C86A87204D84C54D3CFCB56675</vt:lpwstr>
  </property>
</Properties>
</file>